
<file path=[Content_Types].xml><?xml version="1.0" encoding="utf-8"?>
<Types xmlns="http://schemas.openxmlformats.org/package/2006/content-types">
  <Default Extension="avif" ContentType="image/pn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989" autoAdjust="0"/>
  </p:normalViewPr>
  <p:slideViewPr>
    <p:cSldViewPr snapToGrid="0" snapToObjects="1">
      <p:cViewPr varScale="1">
        <p:scale>
          <a:sx n="89" d="100"/>
          <a:sy n="89" d="100"/>
        </p:scale>
        <p:origin x="437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eg"/><Relationship Id="rId1" Type="http://schemas.openxmlformats.org/officeDocument/2006/relationships/image" Target="../media/image11.jpg"/><Relationship Id="rId4" Type="http://schemas.openxmlformats.org/officeDocument/2006/relationships/image" Target="../media/image14.avif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eg"/><Relationship Id="rId1" Type="http://schemas.openxmlformats.org/officeDocument/2006/relationships/image" Target="../media/image11.jpg"/><Relationship Id="rId4" Type="http://schemas.openxmlformats.org/officeDocument/2006/relationships/image" Target="../media/image14.avif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8EE861-BE57-4A82-B575-6E811BE0622E}" type="doc">
      <dgm:prSet loTypeId="urn:microsoft.com/office/officeart/2005/8/layout/cycle4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601E892-F7A6-4CE5-82BC-9F0C9C485817}">
      <dgm:prSet phldrT="[Text]" custT="1"/>
      <dgm:spPr/>
      <dgm:t>
        <a:bodyPr/>
        <a:lstStyle/>
        <a:p>
          <a:r>
            <a: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Health Estimator Based on Image </a:t>
          </a:r>
        </a:p>
      </dgm:t>
    </dgm:pt>
    <dgm:pt modelId="{890BE0BE-5EBD-462C-9FB1-45C65AA5E28C}" type="parTrans" cxnId="{0476C67B-ACFE-438E-87C4-16E7D43ED468}">
      <dgm:prSet/>
      <dgm:spPr/>
      <dgm:t>
        <a:bodyPr/>
        <a:lstStyle/>
        <a:p>
          <a:endParaRPr lang="en-US"/>
        </a:p>
      </dgm:t>
    </dgm:pt>
    <dgm:pt modelId="{0AE577FF-5AA0-49CA-8CEB-E5EC32FFE904}" type="sibTrans" cxnId="{0476C67B-ACFE-438E-87C4-16E7D43ED468}">
      <dgm:prSet/>
      <dgm:spPr/>
      <dgm:t>
        <a:bodyPr/>
        <a:lstStyle/>
        <a:p>
          <a:endParaRPr lang="en-US"/>
        </a:p>
      </dgm:t>
    </dgm:pt>
    <dgm:pt modelId="{BF7E98DB-AAC8-405D-BCCD-429F7CA41FAA}">
      <dgm:prSet phldrT="[Text]" custT="1"/>
      <dgm:spPr/>
      <dgm:t>
        <a:bodyPr/>
        <a:lstStyle/>
        <a:p>
          <a:r>
            <a: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Weight  Estimator </a:t>
          </a:r>
        </a:p>
      </dgm:t>
    </dgm:pt>
    <dgm:pt modelId="{6B9102FA-431B-476F-9D91-DEABD4C8DD8F}" type="parTrans" cxnId="{82E19B32-ADDC-445E-B22B-70B7711C99AC}">
      <dgm:prSet/>
      <dgm:spPr/>
      <dgm:t>
        <a:bodyPr/>
        <a:lstStyle/>
        <a:p>
          <a:endParaRPr lang="en-US"/>
        </a:p>
      </dgm:t>
    </dgm:pt>
    <dgm:pt modelId="{1FD601CD-EBCA-4856-A635-E992CDA2C33E}" type="sibTrans" cxnId="{82E19B32-ADDC-445E-B22B-70B7711C99AC}">
      <dgm:prSet/>
      <dgm:spPr/>
      <dgm:t>
        <a:bodyPr/>
        <a:lstStyle/>
        <a:p>
          <a:endParaRPr lang="en-US"/>
        </a:p>
      </dgm:t>
    </dgm:pt>
    <dgm:pt modelId="{67B656A8-4BD6-4532-B171-914814BD68A8}">
      <dgm:prSet phldrT="[Text]"/>
      <dgm:spPr/>
      <dgm:t>
        <a:bodyPr/>
        <a:lstStyle/>
        <a:p>
          <a:endParaRPr lang="en-US"/>
        </a:p>
      </dgm:t>
    </dgm:pt>
    <dgm:pt modelId="{51091269-CE6B-4492-BBD5-474EC2A78B9D}" type="parTrans" cxnId="{A4F26F7E-D2E1-45A1-92F9-6BF6C1749C55}">
      <dgm:prSet/>
      <dgm:spPr/>
      <dgm:t>
        <a:bodyPr/>
        <a:lstStyle/>
        <a:p>
          <a:endParaRPr lang="en-US"/>
        </a:p>
      </dgm:t>
    </dgm:pt>
    <dgm:pt modelId="{455C8999-AAB4-4CDF-A4BB-B002B34379AF}" type="sibTrans" cxnId="{A4F26F7E-D2E1-45A1-92F9-6BF6C1749C55}">
      <dgm:prSet/>
      <dgm:spPr/>
      <dgm:t>
        <a:bodyPr/>
        <a:lstStyle/>
        <a:p>
          <a:endParaRPr lang="en-US"/>
        </a:p>
      </dgm:t>
    </dgm:pt>
    <dgm:pt modelId="{A22A9D02-3D08-4651-A416-9B814F9DFE3B}">
      <dgm:prSet phldrT="[Text]"/>
      <dgm:spPr/>
      <dgm:t>
        <a:bodyPr/>
        <a:lstStyle/>
        <a:p>
          <a:endParaRPr lang="en-US"/>
        </a:p>
      </dgm:t>
    </dgm:pt>
    <dgm:pt modelId="{58D1A12B-B60F-4AD6-BACD-440CB4F7C45E}" type="parTrans" cxnId="{CF472EA5-7A8A-495B-93D6-0E057884F534}">
      <dgm:prSet/>
      <dgm:spPr/>
      <dgm:t>
        <a:bodyPr/>
        <a:lstStyle/>
        <a:p>
          <a:endParaRPr lang="en-US"/>
        </a:p>
      </dgm:t>
    </dgm:pt>
    <dgm:pt modelId="{9C426458-D339-432D-942E-4B06A538239F}" type="sibTrans" cxnId="{CF472EA5-7A8A-495B-93D6-0E057884F534}">
      <dgm:prSet/>
      <dgm:spPr/>
      <dgm:t>
        <a:bodyPr/>
        <a:lstStyle/>
        <a:p>
          <a:endParaRPr lang="en-US"/>
        </a:p>
      </dgm:t>
    </dgm:pt>
    <dgm:pt modelId="{7203CE79-39DC-4A11-B04D-E48BF83F8D09}">
      <dgm:prSet phldrT="[Text]"/>
      <dgm:spPr/>
      <dgm:t>
        <a:bodyPr/>
        <a:lstStyle/>
        <a:p>
          <a:endParaRPr lang="en-US"/>
        </a:p>
      </dgm:t>
    </dgm:pt>
    <dgm:pt modelId="{8B83732D-B730-47D6-A642-D81F6B2343E2}" type="parTrans" cxnId="{9EB4CBE9-BAFD-44F9-BCA5-1C67C3F085AC}">
      <dgm:prSet/>
      <dgm:spPr/>
      <dgm:t>
        <a:bodyPr/>
        <a:lstStyle/>
        <a:p>
          <a:endParaRPr lang="en-US"/>
        </a:p>
      </dgm:t>
    </dgm:pt>
    <dgm:pt modelId="{72DCB636-D631-4085-A9C2-0A5973CF966E}" type="sibTrans" cxnId="{9EB4CBE9-BAFD-44F9-BCA5-1C67C3F085AC}">
      <dgm:prSet/>
      <dgm:spPr/>
      <dgm:t>
        <a:bodyPr/>
        <a:lstStyle/>
        <a:p>
          <a:endParaRPr lang="en-US"/>
        </a:p>
      </dgm:t>
    </dgm:pt>
    <dgm:pt modelId="{69BB25C2-2142-48BE-88A6-F185757FFDFB}">
      <dgm:prSet phldrT="[Text]"/>
      <dgm:spPr/>
      <dgm:t>
        <a:bodyPr/>
        <a:lstStyle/>
        <a:p>
          <a:endParaRPr lang="en-US"/>
        </a:p>
      </dgm:t>
    </dgm:pt>
    <dgm:pt modelId="{C1523606-1EF8-49E2-AEB1-7CE92BE5BF37}" type="parTrans" cxnId="{71C0B44A-0754-4876-A69F-2EE16879FBD3}">
      <dgm:prSet/>
      <dgm:spPr/>
      <dgm:t>
        <a:bodyPr/>
        <a:lstStyle/>
        <a:p>
          <a:endParaRPr lang="en-US"/>
        </a:p>
      </dgm:t>
    </dgm:pt>
    <dgm:pt modelId="{B98A3E33-A6FA-49BC-BC74-88F3AC9A1781}" type="sibTrans" cxnId="{71C0B44A-0754-4876-A69F-2EE16879FBD3}">
      <dgm:prSet/>
      <dgm:spPr/>
      <dgm:t>
        <a:bodyPr/>
        <a:lstStyle/>
        <a:p>
          <a:endParaRPr lang="en-US"/>
        </a:p>
      </dgm:t>
    </dgm:pt>
    <dgm:pt modelId="{73607873-F7FD-4B33-838A-A6F27DD7BD8A}">
      <dgm:prSet custT="1"/>
      <dgm:spPr/>
      <dgm:t>
        <a:bodyPr/>
        <a:lstStyle/>
        <a:p>
          <a:r>
            <a: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Geo-Tagging</a:t>
          </a:r>
        </a:p>
      </dgm:t>
    </dgm:pt>
    <dgm:pt modelId="{0A140CC3-BE24-434B-BC0F-E59804A91CA6}" type="parTrans" cxnId="{0942CE59-5DC7-4328-81C1-44517F90220A}">
      <dgm:prSet/>
      <dgm:spPr/>
      <dgm:t>
        <a:bodyPr/>
        <a:lstStyle/>
        <a:p>
          <a:endParaRPr lang="en-US"/>
        </a:p>
      </dgm:t>
    </dgm:pt>
    <dgm:pt modelId="{D9292155-8E4D-4146-9798-F811E0A05C59}" type="sibTrans" cxnId="{0942CE59-5DC7-4328-81C1-44517F90220A}">
      <dgm:prSet/>
      <dgm:spPr/>
      <dgm:t>
        <a:bodyPr/>
        <a:lstStyle/>
        <a:p>
          <a:endParaRPr lang="en-US"/>
        </a:p>
      </dgm:t>
    </dgm:pt>
    <dgm:pt modelId="{32EAAE09-750E-4B3B-BEF8-C963D7069AFD}">
      <dgm:prSet custT="1"/>
      <dgm:spPr/>
      <dgm:t>
        <a:bodyPr/>
        <a:lstStyle/>
        <a:p>
          <a:endParaRPr lang="en-US" sz="16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Offline –</a:t>
          </a:r>
        </a:p>
        <a:p>
          <a:r>
            <a: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Work in remote areas with poor signals.</a:t>
          </a:r>
        </a:p>
      </dgm:t>
    </dgm:pt>
    <dgm:pt modelId="{401B9E2A-2F52-4F70-91F7-281D11981FF5}" type="parTrans" cxnId="{10BC2D11-2508-4C59-BE41-401C40899CB4}">
      <dgm:prSet/>
      <dgm:spPr/>
      <dgm:t>
        <a:bodyPr/>
        <a:lstStyle/>
        <a:p>
          <a:endParaRPr lang="en-US"/>
        </a:p>
      </dgm:t>
    </dgm:pt>
    <dgm:pt modelId="{044E7AA9-B381-4CAF-A65F-CE6E472006A4}" type="sibTrans" cxnId="{10BC2D11-2508-4C59-BE41-401C40899CB4}">
      <dgm:prSet/>
      <dgm:spPr/>
      <dgm:t>
        <a:bodyPr/>
        <a:lstStyle/>
        <a:p>
          <a:endParaRPr lang="en-US"/>
        </a:p>
      </dgm:t>
    </dgm:pt>
    <dgm:pt modelId="{A8FD5CE6-53A4-41E8-AAB3-46BE6FA0A972}" type="pres">
      <dgm:prSet presAssocID="{BE8EE861-BE57-4A82-B575-6E811BE0622E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0B89E282-34EE-4B2B-BCE2-0B4096670AE6}" type="pres">
      <dgm:prSet presAssocID="{BE8EE861-BE57-4A82-B575-6E811BE0622E}" presName="children" presStyleCnt="0"/>
      <dgm:spPr/>
    </dgm:pt>
    <dgm:pt modelId="{DC085036-5216-450C-9787-02CCB6838086}" type="pres">
      <dgm:prSet presAssocID="{BE8EE861-BE57-4A82-B575-6E811BE0622E}" presName="childPlaceholder" presStyleCnt="0"/>
      <dgm:spPr/>
    </dgm:pt>
    <dgm:pt modelId="{E7C00713-7DED-4F91-B4B0-001796B9A02B}" type="pres">
      <dgm:prSet presAssocID="{BE8EE861-BE57-4A82-B575-6E811BE0622E}" presName="circle" presStyleCnt="0"/>
      <dgm:spPr/>
    </dgm:pt>
    <dgm:pt modelId="{1BC53B8F-39AA-4E13-9048-8AF017F15ED1}" type="pres">
      <dgm:prSet presAssocID="{BE8EE861-BE57-4A82-B575-6E811BE0622E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A4A36980-3A4D-4F5A-8DAC-36D61EE68A9A}" type="pres">
      <dgm:prSet presAssocID="{BE8EE861-BE57-4A82-B575-6E811BE0622E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D5595418-8990-46FB-A713-28BE881C89B1}" type="pres">
      <dgm:prSet presAssocID="{BE8EE861-BE57-4A82-B575-6E811BE0622E}" presName="quadrant3" presStyleLbl="node1" presStyleIdx="2" presStyleCnt="4" custLinFactNeighborX="1289" custLinFactNeighborY="2441">
        <dgm:presLayoutVars>
          <dgm:chMax val="1"/>
          <dgm:bulletEnabled val="1"/>
        </dgm:presLayoutVars>
      </dgm:prSet>
      <dgm:spPr/>
    </dgm:pt>
    <dgm:pt modelId="{F0F59809-0028-43DA-AD1A-4C01CE3B040A}" type="pres">
      <dgm:prSet presAssocID="{BE8EE861-BE57-4A82-B575-6E811BE0622E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1FB34F79-20D9-4016-BC1C-217F811C6FE4}" type="pres">
      <dgm:prSet presAssocID="{BE8EE861-BE57-4A82-B575-6E811BE0622E}" presName="quadrantPlaceholder" presStyleCnt="0"/>
      <dgm:spPr/>
    </dgm:pt>
    <dgm:pt modelId="{B5C2384C-CD0F-4303-8BAC-10CBB39C022C}" type="pres">
      <dgm:prSet presAssocID="{BE8EE861-BE57-4A82-B575-6E811BE0622E}" presName="center1" presStyleLbl="fgShp" presStyleIdx="0" presStyleCnt="2"/>
      <dgm:spPr/>
    </dgm:pt>
    <dgm:pt modelId="{035A8110-C24C-4AE5-BB92-5F313499E138}" type="pres">
      <dgm:prSet presAssocID="{BE8EE861-BE57-4A82-B575-6E811BE0622E}" presName="center2" presStyleLbl="fgShp" presStyleIdx="1" presStyleCnt="2"/>
      <dgm:spPr/>
    </dgm:pt>
  </dgm:ptLst>
  <dgm:cxnLst>
    <dgm:cxn modelId="{10BC2D11-2508-4C59-BE41-401C40899CB4}" srcId="{BE8EE861-BE57-4A82-B575-6E811BE0622E}" destId="{32EAAE09-750E-4B3B-BEF8-C963D7069AFD}" srcOrd="3" destOrd="0" parTransId="{401B9E2A-2F52-4F70-91F7-281D11981FF5}" sibTransId="{044E7AA9-B381-4CAF-A65F-CE6E472006A4}"/>
    <dgm:cxn modelId="{82E19B32-ADDC-445E-B22B-70B7711C99AC}" srcId="{BE8EE861-BE57-4A82-B575-6E811BE0622E}" destId="{BF7E98DB-AAC8-405D-BCCD-429F7CA41FAA}" srcOrd="1" destOrd="0" parTransId="{6B9102FA-431B-476F-9D91-DEABD4C8DD8F}" sibTransId="{1FD601CD-EBCA-4856-A635-E992CDA2C33E}"/>
    <dgm:cxn modelId="{71C0B44A-0754-4876-A69F-2EE16879FBD3}" srcId="{7203CE79-39DC-4A11-B04D-E48BF83F8D09}" destId="{69BB25C2-2142-48BE-88A6-F185757FFDFB}" srcOrd="0" destOrd="0" parTransId="{C1523606-1EF8-49E2-AEB1-7CE92BE5BF37}" sibTransId="{B98A3E33-A6FA-49BC-BC74-88F3AC9A1781}"/>
    <dgm:cxn modelId="{0942CE59-5DC7-4328-81C1-44517F90220A}" srcId="{BE8EE861-BE57-4A82-B575-6E811BE0622E}" destId="{73607873-F7FD-4B33-838A-A6F27DD7BD8A}" srcOrd="2" destOrd="0" parTransId="{0A140CC3-BE24-434B-BC0F-E59804A91CA6}" sibTransId="{D9292155-8E4D-4146-9798-F811E0A05C59}"/>
    <dgm:cxn modelId="{0476C67B-ACFE-438E-87C4-16E7D43ED468}" srcId="{BE8EE861-BE57-4A82-B575-6E811BE0622E}" destId="{7601E892-F7A6-4CE5-82BC-9F0C9C485817}" srcOrd="0" destOrd="0" parTransId="{890BE0BE-5EBD-462C-9FB1-45C65AA5E28C}" sibTransId="{0AE577FF-5AA0-49CA-8CEB-E5EC32FFE904}"/>
    <dgm:cxn modelId="{A4F26F7E-D2E1-45A1-92F9-6BF6C1749C55}" srcId="{BE8EE861-BE57-4A82-B575-6E811BE0622E}" destId="{67B656A8-4BD6-4532-B171-914814BD68A8}" srcOrd="4" destOrd="0" parTransId="{51091269-CE6B-4492-BBD5-474EC2A78B9D}" sibTransId="{455C8999-AAB4-4CDF-A4BB-B002B34379AF}"/>
    <dgm:cxn modelId="{B65391A3-E86A-4E7A-8138-0E6FF69820B5}" type="presOf" srcId="{32EAAE09-750E-4B3B-BEF8-C963D7069AFD}" destId="{F0F59809-0028-43DA-AD1A-4C01CE3B040A}" srcOrd="0" destOrd="0" presId="urn:microsoft.com/office/officeart/2005/8/layout/cycle4"/>
    <dgm:cxn modelId="{CF472EA5-7A8A-495B-93D6-0E057884F534}" srcId="{67B656A8-4BD6-4532-B171-914814BD68A8}" destId="{A22A9D02-3D08-4651-A416-9B814F9DFE3B}" srcOrd="0" destOrd="0" parTransId="{58D1A12B-B60F-4AD6-BACD-440CB4F7C45E}" sibTransId="{9C426458-D339-432D-942E-4B06A538239F}"/>
    <dgm:cxn modelId="{70C515C2-9B4F-44C4-8456-E49BE668FC2A}" type="presOf" srcId="{BF7E98DB-AAC8-405D-BCCD-429F7CA41FAA}" destId="{A4A36980-3A4D-4F5A-8DAC-36D61EE68A9A}" srcOrd="0" destOrd="0" presId="urn:microsoft.com/office/officeart/2005/8/layout/cycle4"/>
    <dgm:cxn modelId="{F5F573C9-554D-4CFB-90AE-328424C5F79A}" type="presOf" srcId="{7601E892-F7A6-4CE5-82BC-9F0C9C485817}" destId="{1BC53B8F-39AA-4E13-9048-8AF017F15ED1}" srcOrd="0" destOrd="0" presId="urn:microsoft.com/office/officeart/2005/8/layout/cycle4"/>
    <dgm:cxn modelId="{85E90AE2-440D-4991-A7F5-818813B3D3E5}" type="presOf" srcId="{BE8EE861-BE57-4A82-B575-6E811BE0622E}" destId="{A8FD5CE6-53A4-41E8-AAB3-46BE6FA0A972}" srcOrd="0" destOrd="0" presId="urn:microsoft.com/office/officeart/2005/8/layout/cycle4"/>
    <dgm:cxn modelId="{9EB4CBE9-BAFD-44F9-BCA5-1C67C3F085AC}" srcId="{BE8EE861-BE57-4A82-B575-6E811BE0622E}" destId="{7203CE79-39DC-4A11-B04D-E48BF83F8D09}" srcOrd="5" destOrd="0" parTransId="{8B83732D-B730-47D6-A642-D81F6B2343E2}" sibTransId="{72DCB636-D631-4085-A9C2-0A5973CF966E}"/>
    <dgm:cxn modelId="{FDDAA7F0-FAB7-4237-AAD7-D4665C373EB2}" type="presOf" srcId="{73607873-F7FD-4B33-838A-A6F27DD7BD8A}" destId="{D5595418-8990-46FB-A713-28BE881C89B1}" srcOrd="0" destOrd="0" presId="urn:microsoft.com/office/officeart/2005/8/layout/cycle4"/>
    <dgm:cxn modelId="{35AD7830-4098-45AC-87C2-3B1ED10F4247}" type="presParOf" srcId="{A8FD5CE6-53A4-41E8-AAB3-46BE6FA0A972}" destId="{0B89E282-34EE-4B2B-BCE2-0B4096670AE6}" srcOrd="0" destOrd="0" presId="urn:microsoft.com/office/officeart/2005/8/layout/cycle4"/>
    <dgm:cxn modelId="{E5E49B45-AE6E-484F-81F0-C82D5A3E60A9}" type="presParOf" srcId="{0B89E282-34EE-4B2B-BCE2-0B4096670AE6}" destId="{DC085036-5216-450C-9787-02CCB6838086}" srcOrd="0" destOrd="0" presId="urn:microsoft.com/office/officeart/2005/8/layout/cycle4"/>
    <dgm:cxn modelId="{3814C225-D336-4942-8FEB-2D014AAA4E08}" type="presParOf" srcId="{A8FD5CE6-53A4-41E8-AAB3-46BE6FA0A972}" destId="{E7C00713-7DED-4F91-B4B0-001796B9A02B}" srcOrd="1" destOrd="0" presId="urn:microsoft.com/office/officeart/2005/8/layout/cycle4"/>
    <dgm:cxn modelId="{1CAB532C-7F75-4B47-B38E-26438F63CD8C}" type="presParOf" srcId="{E7C00713-7DED-4F91-B4B0-001796B9A02B}" destId="{1BC53B8F-39AA-4E13-9048-8AF017F15ED1}" srcOrd="0" destOrd="0" presId="urn:microsoft.com/office/officeart/2005/8/layout/cycle4"/>
    <dgm:cxn modelId="{0D2E8BDA-FAF7-48C2-A91A-9BBA74416F04}" type="presParOf" srcId="{E7C00713-7DED-4F91-B4B0-001796B9A02B}" destId="{A4A36980-3A4D-4F5A-8DAC-36D61EE68A9A}" srcOrd="1" destOrd="0" presId="urn:microsoft.com/office/officeart/2005/8/layout/cycle4"/>
    <dgm:cxn modelId="{B395851B-55DD-43F1-9298-0D2F860AC061}" type="presParOf" srcId="{E7C00713-7DED-4F91-B4B0-001796B9A02B}" destId="{D5595418-8990-46FB-A713-28BE881C89B1}" srcOrd="2" destOrd="0" presId="urn:microsoft.com/office/officeart/2005/8/layout/cycle4"/>
    <dgm:cxn modelId="{3982392A-E146-4470-AA46-04F5DC298168}" type="presParOf" srcId="{E7C00713-7DED-4F91-B4B0-001796B9A02B}" destId="{F0F59809-0028-43DA-AD1A-4C01CE3B040A}" srcOrd="3" destOrd="0" presId="urn:microsoft.com/office/officeart/2005/8/layout/cycle4"/>
    <dgm:cxn modelId="{9AAD2CFC-C97D-4244-BE67-A48EE98378EA}" type="presParOf" srcId="{E7C00713-7DED-4F91-B4B0-001796B9A02B}" destId="{1FB34F79-20D9-4016-BC1C-217F811C6FE4}" srcOrd="4" destOrd="0" presId="urn:microsoft.com/office/officeart/2005/8/layout/cycle4"/>
    <dgm:cxn modelId="{7EB81336-DE14-451F-91AB-18B1F360AF6F}" type="presParOf" srcId="{A8FD5CE6-53A4-41E8-AAB3-46BE6FA0A972}" destId="{B5C2384C-CD0F-4303-8BAC-10CBB39C022C}" srcOrd="2" destOrd="0" presId="urn:microsoft.com/office/officeart/2005/8/layout/cycle4"/>
    <dgm:cxn modelId="{7ED16EB6-B21B-4FE9-95D8-DE3B37AD0238}" type="presParOf" srcId="{A8FD5CE6-53A4-41E8-AAB3-46BE6FA0A972}" destId="{035A8110-C24C-4AE5-BB92-5F313499E138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E1097F-EFAC-4C40-9113-487D0AE47AEA}" type="doc">
      <dgm:prSet loTypeId="urn:microsoft.com/office/officeart/2005/8/layout/process5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AB21668-DDC7-4BE5-9BFF-040F08C49B31}">
      <dgm:prSet phldrT="[Text]" custT="1"/>
      <dgm:spPr/>
      <dgm:t>
        <a:bodyPr/>
        <a:lstStyle/>
        <a:p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Image Capturing </a:t>
          </a:r>
        </a:p>
      </dgm:t>
    </dgm:pt>
    <dgm:pt modelId="{AA3648A0-E5B9-4C74-88DD-90C77D71C8F8}" type="parTrans" cxnId="{DEF083BC-E581-4422-A7B7-30CB1DD70AE0}">
      <dgm:prSet/>
      <dgm:spPr/>
      <dgm:t>
        <a:bodyPr/>
        <a:lstStyle/>
        <a:p>
          <a:endParaRPr lang="en-US"/>
        </a:p>
      </dgm:t>
    </dgm:pt>
    <dgm:pt modelId="{7B2C5025-6C3E-408C-A132-F414093854B6}" type="sibTrans" cxnId="{DEF083BC-E581-4422-A7B7-30CB1DD70AE0}">
      <dgm:prSet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US"/>
        </a:p>
      </dgm:t>
    </dgm:pt>
    <dgm:pt modelId="{ADDCDDD2-0D67-463F-BAB9-A36424ED4DA1}">
      <dgm:prSet phldrT="[Text]" custT="1"/>
      <dgm:spPr/>
      <dgm:t>
        <a:bodyPr/>
        <a:lstStyle/>
        <a:p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Fish Detection</a:t>
          </a:r>
        </a:p>
      </dgm:t>
    </dgm:pt>
    <dgm:pt modelId="{39FDB420-42ED-4759-A0D3-A1E9D38658D7}" type="parTrans" cxnId="{23440E9A-E608-4DA7-B436-6DB034F01EB7}">
      <dgm:prSet/>
      <dgm:spPr/>
      <dgm:t>
        <a:bodyPr/>
        <a:lstStyle/>
        <a:p>
          <a:endParaRPr lang="en-US"/>
        </a:p>
      </dgm:t>
    </dgm:pt>
    <dgm:pt modelId="{1CFE2D43-80CB-4AD8-837E-D99EC5B046B3}" type="sibTrans" cxnId="{23440E9A-E608-4DA7-B436-6DB034F01EB7}">
      <dgm:prSet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US"/>
        </a:p>
      </dgm:t>
    </dgm:pt>
    <dgm:pt modelId="{A0434264-971C-49BC-A0CA-AE39310CE384}">
      <dgm:prSet phldrT="[Text]" custT="1"/>
      <dgm:spPr/>
      <dgm:t>
        <a:bodyPr/>
        <a:lstStyle/>
        <a:p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Species</a:t>
          </a:r>
        </a:p>
        <a:p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Identification</a:t>
          </a:r>
        </a:p>
      </dgm:t>
    </dgm:pt>
    <dgm:pt modelId="{580E52E0-F6A4-48FE-AD20-07C935C44FA3}" type="parTrans" cxnId="{F1FDCB45-8CE4-4FE2-9C06-85AFDDE382D5}">
      <dgm:prSet/>
      <dgm:spPr/>
      <dgm:t>
        <a:bodyPr/>
        <a:lstStyle/>
        <a:p>
          <a:endParaRPr lang="en-US"/>
        </a:p>
      </dgm:t>
    </dgm:pt>
    <dgm:pt modelId="{3FABFEFF-80ED-4BE9-A5E2-15FA3844FF39}" type="sibTrans" cxnId="{F1FDCB45-8CE4-4FE2-9C06-85AFDDE382D5}">
      <dgm:prSet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US"/>
        </a:p>
      </dgm:t>
    </dgm:pt>
    <dgm:pt modelId="{17F6D269-F487-4DF9-ABAF-CE612434812D}">
      <dgm:prSet phldrT="[Text]" custT="1"/>
      <dgm:spPr/>
      <dgm:t>
        <a:bodyPr/>
        <a:lstStyle/>
        <a:p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Freshness</a:t>
          </a:r>
        </a:p>
        <a:p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/Health</a:t>
          </a:r>
        </a:p>
        <a:p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Check</a:t>
          </a:r>
        </a:p>
      </dgm:t>
    </dgm:pt>
    <dgm:pt modelId="{E2CCD5FC-63A0-4097-B69B-355C13F754A8}" type="parTrans" cxnId="{0EEC31FF-849A-4D46-9271-E41C28034620}">
      <dgm:prSet/>
      <dgm:spPr/>
      <dgm:t>
        <a:bodyPr/>
        <a:lstStyle/>
        <a:p>
          <a:endParaRPr lang="en-US"/>
        </a:p>
      </dgm:t>
    </dgm:pt>
    <dgm:pt modelId="{6278B556-CBFE-436C-8007-638EC10AA123}" type="sibTrans" cxnId="{0EEC31FF-849A-4D46-9271-E41C28034620}">
      <dgm:prSet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US"/>
        </a:p>
      </dgm:t>
    </dgm:pt>
    <dgm:pt modelId="{E3E00381-31B4-4D9F-AC7F-9443A0A91FD1}">
      <dgm:prSet phldrT="[Text]" custT="1"/>
      <dgm:spPr/>
      <dgm:t>
        <a:bodyPr/>
        <a:lstStyle/>
        <a:p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Length&amp;</a:t>
          </a:r>
        </a:p>
        <a:p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Weight</a:t>
          </a:r>
        </a:p>
        <a:p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Estimation</a:t>
          </a:r>
        </a:p>
      </dgm:t>
    </dgm:pt>
    <dgm:pt modelId="{9C747037-C774-437F-BDB5-85B9B2961E53}" type="parTrans" cxnId="{FAC669D4-E583-4779-816C-120C4D596519}">
      <dgm:prSet/>
      <dgm:spPr/>
      <dgm:t>
        <a:bodyPr/>
        <a:lstStyle/>
        <a:p>
          <a:endParaRPr lang="en-US"/>
        </a:p>
      </dgm:t>
    </dgm:pt>
    <dgm:pt modelId="{E6B2D13D-F14E-4ACA-A035-142F6AB8E9E0}" type="sibTrans" cxnId="{FAC669D4-E583-4779-816C-120C4D596519}">
      <dgm:prSet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US"/>
        </a:p>
      </dgm:t>
    </dgm:pt>
    <dgm:pt modelId="{B2153EA2-5253-4767-8EA1-67197F975C30}">
      <dgm:prSet phldrT="[Text]" custT="1"/>
      <dgm:spPr/>
      <dgm:t>
        <a:bodyPr/>
        <a:lstStyle/>
        <a:p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Aggregation &amp; Output</a:t>
          </a:r>
        </a:p>
      </dgm:t>
    </dgm:pt>
    <dgm:pt modelId="{DDC89904-5772-4CE1-A39B-D2AD771241C0}" type="parTrans" cxnId="{52A0A862-7209-40AF-8ACB-765627FCB65E}">
      <dgm:prSet/>
      <dgm:spPr/>
      <dgm:t>
        <a:bodyPr/>
        <a:lstStyle/>
        <a:p>
          <a:endParaRPr lang="en-US"/>
        </a:p>
      </dgm:t>
    </dgm:pt>
    <dgm:pt modelId="{551EAEC7-4200-4915-9D8C-7CBC3A1563BE}" type="sibTrans" cxnId="{52A0A862-7209-40AF-8ACB-765627FCB65E}">
      <dgm:prSet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US"/>
        </a:p>
      </dgm:t>
    </dgm:pt>
    <dgm:pt modelId="{8A9E6E43-B4B7-4249-A688-810953415639}">
      <dgm:prSet phldrT="[Text]" custT="1"/>
      <dgm:spPr/>
      <dgm:t>
        <a:bodyPr/>
        <a:lstStyle/>
        <a:p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Data Storage &amp; Geo-tagging</a:t>
          </a:r>
        </a:p>
      </dgm:t>
    </dgm:pt>
    <dgm:pt modelId="{47F77DAA-D50F-4D00-882D-F747873DB850}" type="parTrans" cxnId="{1662634D-018F-4D06-A00B-D49D869790F0}">
      <dgm:prSet/>
      <dgm:spPr/>
      <dgm:t>
        <a:bodyPr/>
        <a:lstStyle/>
        <a:p>
          <a:endParaRPr lang="en-US"/>
        </a:p>
      </dgm:t>
    </dgm:pt>
    <dgm:pt modelId="{9E074BF3-8B7A-4A30-AECF-12B7A48C5C3A}" type="sibTrans" cxnId="{1662634D-018F-4D06-A00B-D49D869790F0}">
      <dgm:prSet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US"/>
        </a:p>
      </dgm:t>
    </dgm:pt>
    <dgm:pt modelId="{8E48344A-5545-4273-B61A-2CE2F93A5757}">
      <dgm:prSet phldrT="[Text]" custT="1"/>
      <dgm:spPr/>
      <dgm:t>
        <a:bodyPr/>
        <a:lstStyle/>
        <a:p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User Interface and Reporting</a:t>
          </a:r>
        </a:p>
      </dgm:t>
    </dgm:pt>
    <dgm:pt modelId="{DAEC7679-C26D-438F-952A-57DF1EA505B2}" type="parTrans" cxnId="{443EAF7F-BEFB-406F-B65F-B3779984C10C}">
      <dgm:prSet/>
      <dgm:spPr/>
      <dgm:t>
        <a:bodyPr/>
        <a:lstStyle/>
        <a:p>
          <a:endParaRPr lang="en-US"/>
        </a:p>
      </dgm:t>
    </dgm:pt>
    <dgm:pt modelId="{F7329841-7796-450F-A019-35C3888814CE}" type="sibTrans" cxnId="{443EAF7F-BEFB-406F-B65F-B3779984C10C}">
      <dgm:prSet/>
      <dgm:spPr/>
      <dgm:t>
        <a:bodyPr/>
        <a:lstStyle/>
        <a:p>
          <a:endParaRPr lang="en-US"/>
        </a:p>
      </dgm:t>
    </dgm:pt>
    <dgm:pt modelId="{5B40955A-9FB9-421F-97E5-2447C697022F}" type="pres">
      <dgm:prSet presAssocID="{B9E1097F-EFAC-4C40-9113-487D0AE47AEA}" presName="diagram" presStyleCnt="0">
        <dgm:presLayoutVars>
          <dgm:dir/>
          <dgm:resizeHandles val="exact"/>
        </dgm:presLayoutVars>
      </dgm:prSet>
      <dgm:spPr/>
    </dgm:pt>
    <dgm:pt modelId="{8EA7F4AE-6F59-447D-A117-8745F9578BAE}" type="pres">
      <dgm:prSet presAssocID="{6AB21668-DDC7-4BE5-9BFF-040F08C49B31}" presName="node" presStyleLbl="node1" presStyleIdx="0" presStyleCnt="8">
        <dgm:presLayoutVars>
          <dgm:bulletEnabled val="1"/>
        </dgm:presLayoutVars>
      </dgm:prSet>
      <dgm:spPr/>
    </dgm:pt>
    <dgm:pt modelId="{E4A3C917-0796-48CC-94E8-83B433091276}" type="pres">
      <dgm:prSet presAssocID="{7B2C5025-6C3E-408C-A132-F414093854B6}" presName="sibTrans" presStyleLbl="sibTrans2D1" presStyleIdx="0" presStyleCnt="7"/>
      <dgm:spPr/>
    </dgm:pt>
    <dgm:pt modelId="{405B01DE-14C1-41BF-A54E-2AF5C2F76928}" type="pres">
      <dgm:prSet presAssocID="{7B2C5025-6C3E-408C-A132-F414093854B6}" presName="connectorText" presStyleLbl="sibTrans2D1" presStyleIdx="0" presStyleCnt="7"/>
      <dgm:spPr/>
    </dgm:pt>
    <dgm:pt modelId="{041E7968-14D2-48F4-B842-E6495853AF5E}" type="pres">
      <dgm:prSet presAssocID="{ADDCDDD2-0D67-463F-BAB9-A36424ED4DA1}" presName="node" presStyleLbl="node1" presStyleIdx="1" presStyleCnt="8">
        <dgm:presLayoutVars>
          <dgm:bulletEnabled val="1"/>
        </dgm:presLayoutVars>
      </dgm:prSet>
      <dgm:spPr/>
    </dgm:pt>
    <dgm:pt modelId="{16AC6670-5A36-447D-9FE0-5EFA6E72E4BA}" type="pres">
      <dgm:prSet presAssocID="{1CFE2D43-80CB-4AD8-837E-D99EC5B046B3}" presName="sibTrans" presStyleLbl="sibTrans2D1" presStyleIdx="1" presStyleCnt="7"/>
      <dgm:spPr/>
    </dgm:pt>
    <dgm:pt modelId="{D59B1780-1392-4F53-9D08-909D1C57EEAD}" type="pres">
      <dgm:prSet presAssocID="{1CFE2D43-80CB-4AD8-837E-D99EC5B046B3}" presName="connectorText" presStyleLbl="sibTrans2D1" presStyleIdx="1" presStyleCnt="7"/>
      <dgm:spPr/>
    </dgm:pt>
    <dgm:pt modelId="{2C4C82EF-FE23-4359-A7CB-EAAC671AF903}" type="pres">
      <dgm:prSet presAssocID="{A0434264-971C-49BC-A0CA-AE39310CE384}" presName="node" presStyleLbl="node1" presStyleIdx="2" presStyleCnt="8">
        <dgm:presLayoutVars>
          <dgm:bulletEnabled val="1"/>
        </dgm:presLayoutVars>
      </dgm:prSet>
      <dgm:spPr/>
    </dgm:pt>
    <dgm:pt modelId="{F456F72D-CEC3-4F6D-A803-3F573142314B}" type="pres">
      <dgm:prSet presAssocID="{3FABFEFF-80ED-4BE9-A5E2-15FA3844FF39}" presName="sibTrans" presStyleLbl="sibTrans2D1" presStyleIdx="2" presStyleCnt="7"/>
      <dgm:spPr/>
    </dgm:pt>
    <dgm:pt modelId="{8C3C28B9-4AF9-4EEA-81D3-1EE59A477DD4}" type="pres">
      <dgm:prSet presAssocID="{3FABFEFF-80ED-4BE9-A5E2-15FA3844FF39}" presName="connectorText" presStyleLbl="sibTrans2D1" presStyleIdx="2" presStyleCnt="7"/>
      <dgm:spPr/>
    </dgm:pt>
    <dgm:pt modelId="{24066860-214A-4F8E-8787-CA27759F54AE}" type="pres">
      <dgm:prSet presAssocID="{17F6D269-F487-4DF9-ABAF-CE612434812D}" presName="node" presStyleLbl="node1" presStyleIdx="3" presStyleCnt="8">
        <dgm:presLayoutVars>
          <dgm:bulletEnabled val="1"/>
        </dgm:presLayoutVars>
      </dgm:prSet>
      <dgm:spPr/>
    </dgm:pt>
    <dgm:pt modelId="{02540817-AB65-4581-BF14-45A8A55C4AD9}" type="pres">
      <dgm:prSet presAssocID="{6278B556-CBFE-436C-8007-638EC10AA123}" presName="sibTrans" presStyleLbl="sibTrans2D1" presStyleIdx="3" presStyleCnt="7"/>
      <dgm:spPr/>
    </dgm:pt>
    <dgm:pt modelId="{CDBADD65-1EF8-4FCD-96AA-BF9E00E898F8}" type="pres">
      <dgm:prSet presAssocID="{6278B556-CBFE-436C-8007-638EC10AA123}" presName="connectorText" presStyleLbl="sibTrans2D1" presStyleIdx="3" presStyleCnt="7"/>
      <dgm:spPr/>
    </dgm:pt>
    <dgm:pt modelId="{CA3756AE-D4E9-4F20-8CD1-76EC2D8549C0}" type="pres">
      <dgm:prSet presAssocID="{E3E00381-31B4-4D9F-AC7F-9443A0A91FD1}" presName="node" presStyleLbl="node1" presStyleIdx="4" presStyleCnt="8">
        <dgm:presLayoutVars>
          <dgm:bulletEnabled val="1"/>
        </dgm:presLayoutVars>
      </dgm:prSet>
      <dgm:spPr/>
    </dgm:pt>
    <dgm:pt modelId="{42EC0B2F-4DA2-46CD-BE82-1FD9E69D0A2F}" type="pres">
      <dgm:prSet presAssocID="{E6B2D13D-F14E-4ACA-A035-142F6AB8E9E0}" presName="sibTrans" presStyleLbl="sibTrans2D1" presStyleIdx="4" presStyleCnt="7"/>
      <dgm:spPr/>
    </dgm:pt>
    <dgm:pt modelId="{2B3D19E6-7F57-43C0-A1F0-97A54843973A}" type="pres">
      <dgm:prSet presAssocID="{E6B2D13D-F14E-4ACA-A035-142F6AB8E9E0}" presName="connectorText" presStyleLbl="sibTrans2D1" presStyleIdx="4" presStyleCnt="7"/>
      <dgm:spPr/>
    </dgm:pt>
    <dgm:pt modelId="{C4407444-6825-4789-95D3-E15AEC24BC53}" type="pres">
      <dgm:prSet presAssocID="{B2153EA2-5253-4767-8EA1-67197F975C30}" presName="node" presStyleLbl="node1" presStyleIdx="5" presStyleCnt="8">
        <dgm:presLayoutVars>
          <dgm:bulletEnabled val="1"/>
        </dgm:presLayoutVars>
      </dgm:prSet>
      <dgm:spPr/>
    </dgm:pt>
    <dgm:pt modelId="{4C3FB348-3246-4C60-A59E-D51726C8CC18}" type="pres">
      <dgm:prSet presAssocID="{551EAEC7-4200-4915-9D8C-7CBC3A1563BE}" presName="sibTrans" presStyleLbl="sibTrans2D1" presStyleIdx="5" presStyleCnt="7"/>
      <dgm:spPr/>
    </dgm:pt>
    <dgm:pt modelId="{B6F3C557-4329-4620-999C-029FAA501FFA}" type="pres">
      <dgm:prSet presAssocID="{551EAEC7-4200-4915-9D8C-7CBC3A1563BE}" presName="connectorText" presStyleLbl="sibTrans2D1" presStyleIdx="5" presStyleCnt="7"/>
      <dgm:spPr/>
    </dgm:pt>
    <dgm:pt modelId="{A2854C12-4B97-4EB9-A407-0089B475BD48}" type="pres">
      <dgm:prSet presAssocID="{8A9E6E43-B4B7-4249-A688-810953415639}" presName="node" presStyleLbl="node1" presStyleIdx="6" presStyleCnt="8">
        <dgm:presLayoutVars>
          <dgm:bulletEnabled val="1"/>
        </dgm:presLayoutVars>
      </dgm:prSet>
      <dgm:spPr/>
    </dgm:pt>
    <dgm:pt modelId="{B7A6BD14-01C4-4C77-9362-39826194249C}" type="pres">
      <dgm:prSet presAssocID="{9E074BF3-8B7A-4A30-AECF-12B7A48C5C3A}" presName="sibTrans" presStyleLbl="sibTrans2D1" presStyleIdx="6" presStyleCnt="7"/>
      <dgm:spPr/>
    </dgm:pt>
    <dgm:pt modelId="{F06A86B7-1489-495C-9608-5150A2D0CC98}" type="pres">
      <dgm:prSet presAssocID="{9E074BF3-8B7A-4A30-AECF-12B7A48C5C3A}" presName="connectorText" presStyleLbl="sibTrans2D1" presStyleIdx="6" presStyleCnt="7"/>
      <dgm:spPr/>
    </dgm:pt>
    <dgm:pt modelId="{2D55FB1C-6CA2-4305-9E9C-0BFD6C713EC1}" type="pres">
      <dgm:prSet presAssocID="{8E48344A-5545-4273-B61A-2CE2F93A5757}" presName="node" presStyleLbl="node1" presStyleIdx="7" presStyleCnt="8">
        <dgm:presLayoutVars>
          <dgm:bulletEnabled val="1"/>
        </dgm:presLayoutVars>
      </dgm:prSet>
      <dgm:spPr/>
    </dgm:pt>
  </dgm:ptLst>
  <dgm:cxnLst>
    <dgm:cxn modelId="{E0C82203-F6CF-4C70-A8C9-8DAD1139C3CB}" type="presOf" srcId="{1CFE2D43-80CB-4AD8-837E-D99EC5B046B3}" destId="{16AC6670-5A36-447D-9FE0-5EFA6E72E4BA}" srcOrd="0" destOrd="0" presId="urn:microsoft.com/office/officeart/2005/8/layout/process5"/>
    <dgm:cxn modelId="{35EB910A-0BFE-43FC-B725-A30335CC4EFD}" type="presOf" srcId="{E6B2D13D-F14E-4ACA-A035-142F6AB8E9E0}" destId="{2B3D19E6-7F57-43C0-A1F0-97A54843973A}" srcOrd="1" destOrd="0" presId="urn:microsoft.com/office/officeart/2005/8/layout/process5"/>
    <dgm:cxn modelId="{DF364120-A8FA-4124-8B9B-BE55AFFAA79F}" type="presOf" srcId="{6AB21668-DDC7-4BE5-9BFF-040F08C49B31}" destId="{8EA7F4AE-6F59-447D-A117-8745F9578BAE}" srcOrd="0" destOrd="0" presId="urn:microsoft.com/office/officeart/2005/8/layout/process5"/>
    <dgm:cxn modelId="{C9667E29-5D54-47CB-921E-EA4AEB3F89B3}" type="presOf" srcId="{B2153EA2-5253-4767-8EA1-67197F975C30}" destId="{C4407444-6825-4789-95D3-E15AEC24BC53}" srcOrd="0" destOrd="0" presId="urn:microsoft.com/office/officeart/2005/8/layout/process5"/>
    <dgm:cxn modelId="{C2394831-81E3-4840-A50B-5B479F8EC3D1}" type="presOf" srcId="{ADDCDDD2-0D67-463F-BAB9-A36424ED4DA1}" destId="{041E7968-14D2-48F4-B842-E6495853AF5E}" srcOrd="0" destOrd="0" presId="urn:microsoft.com/office/officeart/2005/8/layout/process5"/>
    <dgm:cxn modelId="{75C77439-ABD3-457A-BB66-F72DE9B7460C}" type="presOf" srcId="{7B2C5025-6C3E-408C-A132-F414093854B6}" destId="{E4A3C917-0796-48CC-94E8-83B433091276}" srcOrd="0" destOrd="0" presId="urn:microsoft.com/office/officeart/2005/8/layout/process5"/>
    <dgm:cxn modelId="{C175FA5C-EE75-49EC-A3CE-3117E6AA5977}" type="presOf" srcId="{9E074BF3-8B7A-4A30-AECF-12B7A48C5C3A}" destId="{B7A6BD14-01C4-4C77-9362-39826194249C}" srcOrd="0" destOrd="0" presId="urn:microsoft.com/office/officeart/2005/8/layout/process5"/>
    <dgm:cxn modelId="{52A0A862-7209-40AF-8ACB-765627FCB65E}" srcId="{B9E1097F-EFAC-4C40-9113-487D0AE47AEA}" destId="{B2153EA2-5253-4767-8EA1-67197F975C30}" srcOrd="5" destOrd="0" parTransId="{DDC89904-5772-4CE1-A39B-D2AD771241C0}" sibTransId="{551EAEC7-4200-4915-9D8C-7CBC3A1563BE}"/>
    <dgm:cxn modelId="{0F4CC465-BD56-40AD-B0C8-A17224934469}" type="presOf" srcId="{B9E1097F-EFAC-4C40-9113-487D0AE47AEA}" destId="{5B40955A-9FB9-421F-97E5-2447C697022F}" srcOrd="0" destOrd="0" presId="urn:microsoft.com/office/officeart/2005/8/layout/process5"/>
    <dgm:cxn modelId="{F1FDCB45-8CE4-4FE2-9C06-85AFDDE382D5}" srcId="{B9E1097F-EFAC-4C40-9113-487D0AE47AEA}" destId="{A0434264-971C-49BC-A0CA-AE39310CE384}" srcOrd="2" destOrd="0" parTransId="{580E52E0-F6A4-48FE-AD20-07C935C44FA3}" sibTransId="{3FABFEFF-80ED-4BE9-A5E2-15FA3844FF39}"/>
    <dgm:cxn modelId="{8E09974A-903C-40E8-BFAC-DAFE9D0E89B5}" type="presOf" srcId="{1CFE2D43-80CB-4AD8-837E-D99EC5B046B3}" destId="{D59B1780-1392-4F53-9D08-909D1C57EEAD}" srcOrd="1" destOrd="0" presId="urn:microsoft.com/office/officeart/2005/8/layout/process5"/>
    <dgm:cxn modelId="{1662634D-018F-4D06-A00B-D49D869790F0}" srcId="{B9E1097F-EFAC-4C40-9113-487D0AE47AEA}" destId="{8A9E6E43-B4B7-4249-A688-810953415639}" srcOrd="6" destOrd="0" parTransId="{47F77DAA-D50F-4D00-882D-F747873DB850}" sibTransId="{9E074BF3-8B7A-4A30-AECF-12B7A48C5C3A}"/>
    <dgm:cxn modelId="{F4A34351-C5CE-4A4B-A893-7D6CDDDACCDF}" type="presOf" srcId="{E6B2D13D-F14E-4ACA-A035-142F6AB8E9E0}" destId="{42EC0B2F-4DA2-46CD-BE82-1FD9E69D0A2F}" srcOrd="0" destOrd="0" presId="urn:microsoft.com/office/officeart/2005/8/layout/process5"/>
    <dgm:cxn modelId="{2727A472-B5A1-42AC-AF9F-3D919E38536F}" type="presOf" srcId="{6278B556-CBFE-436C-8007-638EC10AA123}" destId="{02540817-AB65-4581-BF14-45A8A55C4AD9}" srcOrd="0" destOrd="0" presId="urn:microsoft.com/office/officeart/2005/8/layout/process5"/>
    <dgm:cxn modelId="{86E7E454-E1A3-4474-8E78-975BFA061AD5}" type="presOf" srcId="{8A9E6E43-B4B7-4249-A688-810953415639}" destId="{A2854C12-4B97-4EB9-A407-0089B475BD48}" srcOrd="0" destOrd="0" presId="urn:microsoft.com/office/officeart/2005/8/layout/process5"/>
    <dgm:cxn modelId="{443EAF7F-BEFB-406F-B65F-B3779984C10C}" srcId="{B9E1097F-EFAC-4C40-9113-487D0AE47AEA}" destId="{8E48344A-5545-4273-B61A-2CE2F93A5757}" srcOrd="7" destOrd="0" parTransId="{DAEC7679-C26D-438F-952A-57DF1EA505B2}" sibTransId="{F7329841-7796-450F-A019-35C3888814CE}"/>
    <dgm:cxn modelId="{8224B881-A108-4963-9091-40A2DD61DA6B}" type="presOf" srcId="{551EAEC7-4200-4915-9D8C-7CBC3A1563BE}" destId="{B6F3C557-4329-4620-999C-029FAA501FFA}" srcOrd="1" destOrd="0" presId="urn:microsoft.com/office/officeart/2005/8/layout/process5"/>
    <dgm:cxn modelId="{C0880285-4FA5-4316-9065-6F5BB0C3CC66}" type="presOf" srcId="{7B2C5025-6C3E-408C-A132-F414093854B6}" destId="{405B01DE-14C1-41BF-A54E-2AF5C2F76928}" srcOrd="1" destOrd="0" presId="urn:microsoft.com/office/officeart/2005/8/layout/process5"/>
    <dgm:cxn modelId="{79B7E78D-0251-4C4B-8015-E7BEB5F01537}" type="presOf" srcId="{6278B556-CBFE-436C-8007-638EC10AA123}" destId="{CDBADD65-1EF8-4FCD-96AA-BF9E00E898F8}" srcOrd="1" destOrd="0" presId="urn:microsoft.com/office/officeart/2005/8/layout/process5"/>
    <dgm:cxn modelId="{BF5F3C96-CC60-485A-960F-0C0F4EB96EC7}" type="presOf" srcId="{17F6D269-F487-4DF9-ABAF-CE612434812D}" destId="{24066860-214A-4F8E-8787-CA27759F54AE}" srcOrd="0" destOrd="0" presId="urn:microsoft.com/office/officeart/2005/8/layout/process5"/>
    <dgm:cxn modelId="{D33D6B97-3A14-4467-BF55-82A608F814D3}" type="presOf" srcId="{3FABFEFF-80ED-4BE9-A5E2-15FA3844FF39}" destId="{F456F72D-CEC3-4F6D-A803-3F573142314B}" srcOrd="0" destOrd="0" presId="urn:microsoft.com/office/officeart/2005/8/layout/process5"/>
    <dgm:cxn modelId="{23440E9A-E608-4DA7-B436-6DB034F01EB7}" srcId="{B9E1097F-EFAC-4C40-9113-487D0AE47AEA}" destId="{ADDCDDD2-0D67-463F-BAB9-A36424ED4DA1}" srcOrd="1" destOrd="0" parTransId="{39FDB420-42ED-4759-A0D3-A1E9D38658D7}" sibTransId="{1CFE2D43-80CB-4AD8-837E-D99EC5B046B3}"/>
    <dgm:cxn modelId="{DFCEB29D-82EF-4DCF-8378-80527E549F3F}" type="presOf" srcId="{E3E00381-31B4-4D9F-AC7F-9443A0A91FD1}" destId="{CA3756AE-D4E9-4F20-8CD1-76EC2D8549C0}" srcOrd="0" destOrd="0" presId="urn:microsoft.com/office/officeart/2005/8/layout/process5"/>
    <dgm:cxn modelId="{89EB27A2-EA3E-4F68-A302-3121EA750CEA}" type="presOf" srcId="{3FABFEFF-80ED-4BE9-A5E2-15FA3844FF39}" destId="{8C3C28B9-4AF9-4EEA-81D3-1EE59A477DD4}" srcOrd="1" destOrd="0" presId="urn:microsoft.com/office/officeart/2005/8/layout/process5"/>
    <dgm:cxn modelId="{F9CB90B9-E62F-4F2F-812C-5CB3B571A526}" type="presOf" srcId="{8E48344A-5545-4273-B61A-2CE2F93A5757}" destId="{2D55FB1C-6CA2-4305-9E9C-0BFD6C713EC1}" srcOrd="0" destOrd="0" presId="urn:microsoft.com/office/officeart/2005/8/layout/process5"/>
    <dgm:cxn modelId="{B5ABEDB9-4C12-4E5C-BF23-12001C31E076}" type="presOf" srcId="{551EAEC7-4200-4915-9D8C-7CBC3A1563BE}" destId="{4C3FB348-3246-4C60-A59E-D51726C8CC18}" srcOrd="0" destOrd="0" presId="urn:microsoft.com/office/officeart/2005/8/layout/process5"/>
    <dgm:cxn modelId="{DEF083BC-E581-4422-A7B7-30CB1DD70AE0}" srcId="{B9E1097F-EFAC-4C40-9113-487D0AE47AEA}" destId="{6AB21668-DDC7-4BE5-9BFF-040F08C49B31}" srcOrd="0" destOrd="0" parTransId="{AA3648A0-E5B9-4C74-88DD-90C77D71C8F8}" sibTransId="{7B2C5025-6C3E-408C-A132-F414093854B6}"/>
    <dgm:cxn modelId="{1E60D2CB-78CA-4EEE-9F55-DF52D580707E}" type="presOf" srcId="{A0434264-971C-49BC-A0CA-AE39310CE384}" destId="{2C4C82EF-FE23-4359-A7CB-EAAC671AF903}" srcOrd="0" destOrd="0" presId="urn:microsoft.com/office/officeart/2005/8/layout/process5"/>
    <dgm:cxn modelId="{FAC669D4-E583-4779-816C-120C4D596519}" srcId="{B9E1097F-EFAC-4C40-9113-487D0AE47AEA}" destId="{E3E00381-31B4-4D9F-AC7F-9443A0A91FD1}" srcOrd="4" destOrd="0" parTransId="{9C747037-C774-437F-BDB5-85B9B2961E53}" sibTransId="{E6B2D13D-F14E-4ACA-A035-142F6AB8E9E0}"/>
    <dgm:cxn modelId="{440E84ED-94B7-4C80-B559-FCB571944019}" type="presOf" srcId="{9E074BF3-8B7A-4A30-AECF-12B7A48C5C3A}" destId="{F06A86B7-1489-495C-9608-5150A2D0CC98}" srcOrd="1" destOrd="0" presId="urn:microsoft.com/office/officeart/2005/8/layout/process5"/>
    <dgm:cxn modelId="{0EEC31FF-849A-4D46-9271-E41C28034620}" srcId="{B9E1097F-EFAC-4C40-9113-487D0AE47AEA}" destId="{17F6D269-F487-4DF9-ABAF-CE612434812D}" srcOrd="3" destOrd="0" parTransId="{E2CCD5FC-63A0-4097-B69B-355C13F754A8}" sibTransId="{6278B556-CBFE-436C-8007-638EC10AA123}"/>
    <dgm:cxn modelId="{96B5E879-F352-4565-8FB4-E8CF3B9E85F2}" type="presParOf" srcId="{5B40955A-9FB9-421F-97E5-2447C697022F}" destId="{8EA7F4AE-6F59-447D-A117-8745F9578BAE}" srcOrd="0" destOrd="0" presId="urn:microsoft.com/office/officeart/2005/8/layout/process5"/>
    <dgm:cxn modelId="{8365E464-32BA-47CB-896A-FD0512678BDF}" type="presParOf" srcId="{5B40955A-9FB9-421F-97E5-2447C697022F}" destId="{E4A3C917-0796-48CC-94E8-83B433091276}" srcOrd="1" destOrd="0" presId="urn:microsoft.com/office/officeart/2005/8/layout/process5"/>
    <dgm:cxn modelId="{0C582722-05AE-43CC-9E04-2CD925A3A0ED}" type="presParOf" srcId="{E4A3C917-0796-48CC-94E8-83B433091276}" destId="{405B01DE-14C1-41BF-A54E-2AF5C2F76928}" srcOrd="0" destOrd="0" presId="urn:microsoft.com/office/officeart/2005/8/layout/process5"/>
    <dgm:cxn modelId="{05B18475-32C7-4B1D-A7E5-F371CC815E4E}" type="presParOf" srcId="{5B40955A-9FB9-421F-97E5-2447C697022F}" destId="{041E7968-14D2-48F4-B842-E6495853AF5E}" srcOrd="2" destOrd="0" presId="urn:microsoft.com/office/officeart/2005/8/layout/process5"/>
    <dgm:cxn modelId="{0FEDB66F-9403-4B37-AB15-62F75A092BFF}" type="presParOf" srcId="{5B40955A-9FB9-421F-97E5-2447C697022F}" destId="{16AC6670-5A36-447D-9FE0-5EFA6E72E4BA}" srcOrd="3" destOrd="0" presId="urn:microsoft.com/office/officeart/2005/8/layout/process5"/>
    <dgm:cxn modelId="{3C18F610-C76F-44AD-8A1F-79C3305525EB}" type="presParOf" srcId="{16AC6670-5A36-447D-9FE0-5EFA6E72E4BA}" destId="{D59B1780-1392-4F53-9D08-909D1C57EEAD}" srcOrd="0" destOrd="0" presId="urn:microsoft.com/office/officeart/2005/8/layout/process5"/>
    <dgm:cxn modelId="{B7F4476B-E60D-427E-A0A0-0C96317642E2}" type="presParOf" srcId="{5B40955A-9FB9-421F-97E5-2447C697022F}" destId="{2C4C82EF-FE23-4359-A7CB-EAAC671AF903}" srcOrd="4" destOrd="0" presId="urn:microsoft.com/office/officeart/2005/8/layout/process5"/>
    <dgm:cxn modelId="{377EC413-0791-4ADD-A880-B8B1935363AB}" type="presParOf" srcId="{5B40955A-9FB9-421F-97E5-2447C697022F}" destId="{F456F72D-CEC3-4F6D-A803-3F573142314B}" srcOrd="5" destOrd="0" presId="urn:microsoft.com/office/officeart/2005/8/layout/process5"/>
    <dgm:cxn modelId="{56F1EB79-FF94-4C3E-8FBC-9371D7EBEB6E}" type="presParOf" srcId="{F456F72D-CEC3-4F6D-A803-3F573142314B}" destId="{8C3C28B9-4AF9-4EEA-81D3-1EE59A477DD4}" srcOrd="0" destOrd="0" presId="urn:microsoft.com/office/officeart/2005/8/layout/process5"/>
    <dgm:cxn modelId="{FF1620A8-6D22-46EB-8451-161109BF3DC3}" type="presParOf" srcId="{5B40955A-9FB9-421F-97E5-2447C697022F}" destId="{24066860-214A-4F8E-8787-CA27759F54AE}" srcOrd="6" destOrd="0" presId="urn:microsoft.com/office/officeart/2005/8/layout/process5"/>
    <dgm:cxn modelId="{2BD5395C-1394-46F9-B93F-38BFF10D58EE}" type="presParOf" srcId="{5B40955A-9FB9-421F-97E5-2447C697022F}" destId="{02540817-AB65-4581-BF14-45A8A55C4AD9}" srcOrd="7" destOrd="0" presId="urn:microsoft.com/office/officeart/2005/8/layout/process5"/>
    <dgm:cxn modelId="{979A45F6-0B69-43DC-852B-851AC82A068F}" type="presParOf" srcId="{02540817-AB65-4581-BF14-45A8A55C4AD9}" destId="{CDBADD65-1EF8-4FCD-96AA-BF9E00E898F8}" srcOrd="0" destOrd="0" presId="urn:microsoft.com/office/officeart/2005/8/layout/process5"/>
    <dgm:cxn modelId="{A42469FA-07BD-4410-B1EF-929429AAFBC1}" type="presParOf" srcId="{5B40955A-9FB9-421F-97E5-2447C697022F}" destId="{CA3756AE-D4E9-4F20-8CD1-76EC2D8549C0}" srcOrd="8" destOrd="0" presId="urn:microsoft.com/office/officeart/2005/8/layout/process5"/>
    <dgm:cxn modelId="{EC629424-AE33-4FCC-829B-C1375DDF3634}" type="presParOf" srcId="{5B40955A-9FB9-421F-97E5-2447C697022F}" destId="{42EC0B2F-4DA2-46CD-BE82-1FD9E69D0A2F}" srcOrd="9" destOrd="0" presId="urn:microsoft.com/office/officeart/2005/8/layout/process5"/>
    <dgm:cxn modelId="{6B4D3BEA-1D7E-4C86-AA0D-662B5329218C}" type="presParOf" srcId="{42EC0B2F-4DA2-46CD-BE82-1FD9E69D0A2F}" destId="{2B3D19E6-7F57-43C0-A1F0-97A54843973A}" srcOrd="0" destOrd="0" presId="urn:microsoft.com/office/officeart/2005/8/layout/process5"/>
    <dgm:cxn modelId="{70BE6AAC-1C3B-4A13-8122-F5AFABD47F51}" type="presParOf" srcId="{5B40955A-9FB9-421F-97E5-2447C697022F}" destId="{C4407444-6825-4789-95D3-E15AEC24BC53}" srcOrd="10" destOrd="0" presId="urn:microsoft.com/office/officeart/2005/8/layout/process5"/>
    <dgm:cxn modelId="{73B4C30C-07EC-4446-AD3D-F6B80E68B05E}" type="presParOf" srcId="{5B40955A-9FB9-421F-97E5-2447C697022F}" destId="{4C3FB348-3246-4C60-A59E-D51726C8CC18}" srcOrd="11" destOrd="0" presId="urn:microsoft.com/office/officeart/2005/8/layout/process5"/>
    <dgm:cxn modelId="{6B35E139-E753-47E7-9D8D-ABAC4B43891F}" type="presParOf" srcId="{4C3FB348-3246-4C60-A59E-D51726C8CC18}" destId="{B6F3C557-4329-4620-999C-029FAA501FFA}" srcOrd="0" destOrd="0" presId="urn:microsoft.com/office/officeart/2005/8/layout/process5"/>
    <dgm:cxn modelId="{D3525C06-1E5B-4F46-9254-169C142B8046}" type="presParOf" srcId="{5B40955A-9FB9-421F-97E5-2447C697022F}" destId="{A2854C12-4B97-4EB9-A407-0089B475BD48}" srcOrd="12" destOrd="0" presId="urn:microsoft.com/office/officeart/2005/8/layout/process5"/>
    <dgm:cxn modelId="{EC57DCCF-88C1-48E1-9F0E-DE81F957FC0B}" type="presParOf" srcId="{5B40955A-9FB9-421F-97E5-2447C697022F}" destId="{B7A6BD14-01C4-4C77-9362-39826194249C}" srcOrd="13" destOrd="0" presId="urn:microsoft.com/office/officeart/2005/8/layout/process5"/>
    <dgm:cxn modelId="{D835FC47-1953-41A4-BA1A-FDB0C14CE480}" type="presParOf" srcId="{B7A6BD14-01C4-4C77-9362-39826194249C}" destId="{F06A86B7-1489-495C-9608-5150A2D0CC98}" srcOrd="0" destOrd="0" presId="urn:microsoft.com/office/officeart/2005/8/layout/process5"/>
    <dgm:cxn modelId="{68547305-44D7-4744-937E-48D12B11F837}" type="presParOf" srcId="{5B40955A-9FB9-421F-97E5-2447C697022F}" destId="{2D55FB1C-6CA2-4305-9E9C-0BFD6C713EC1}" srcOrd="1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47E417E-DDA4-482D-9B43-B527DEF6F2B7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19A07F0-8EE4-4ABF-B645-197A0FB4897C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Misidentification Due To Limited Datasets</a:t>
          </a:r>
        </a:p>
      </dgm:t>
    </dgm:pt>
    <dgm:pt modelId="{EF7A5A45-9EE9-4EAB-8F6A-45D112CF1C49}" type="parTrans" cxnId="{6DED71AF-0B44-450E-8F7C-8E23E5D959D4}">
      <dgm:prSet/>
      <dgm:spPr/>
      <dgm:t>
        <a:bodyPr/>
        <a:lstStyle/>
        <a:p>
          <a:endParaRPr lang="en-US"/>
        </a:p>
      </dgm:t>
    </dgm:pt>
    <dgm:pt modelId="{C6F409C1-957C-4B23-BBD1-8AF7C9EF1D5C}" type="sibTrans" cxnId="{6DED71AF-0B44-450E-8F7C-8E23E5D959D4}">
      <dgm:prSet/>
      <dgm:spPr/>
      <dgm:t>
        <a:bodyPr/>
        <a:lstStyle/>
        <a:p>
          <a:endParaRPr lang="en-US"/>
        </a:p>
      </dgm:t>
    </dgm:pt>
    <dgm:pt modelId="{D084B350-AE2E-4AEF-AB54-E7AE45290691}">
      <dgm:prSet phldrT="[Text]" custT="1"/>
      <dgm:spPr/>
      <dgm:t>
        <a:bodyPr/>
        <a:lstStyle/>
        <a:p>
          <a:r>
            <a:rPr lang="en-US" sz="1600" b="1" dirty="0">
              <a:latin typeface="Candara" panose="020E0502030303020204" pitchFamily="34" charset="0"/>
            </a:rPr>
            <a:t>Data Augmentation &amp; Transfer Learning -</a:t>
          </a:r>
        </a:p>
      </dgm:t>
    </dgm:pt>
    <dgm:pt modelId="{E3FC3737-DD1B-4F1B-91EC-168B18E5A7D8}" type="parTrans" cxnId="{1243AF47-723A-4142-AC8A-2243FF98DE8D}">
      <dgm:prSet/>
      <dgm:spPr/>
      <dgm:t>
        <a:bodyPr/>
        <a:lstStyle/>
        <a:p>
          <a:endParaRPr lang="en-US"/>
        </a:p>
      </dgm:t>
    </dgm:pt>
    <dgm:pt modelId="{8FFE6C34-539F-4EF1-BDDB-65A6324E51D3}" type="sibTrans" cxnId="{1243AF47-723A-4142-AC8A-2243FF98DE8D}">
      <dgm:prSet/>
      <dgm:spPr/>
      <dgm:t>
        <a:bodyPr/>
        <a:lstStyle/>
        <a:p>
          <a:endParaRPr lang="en-US"/>
        </a:p>
      </dgm:t>
    </dgm:pt>
    <dgm:pt modelId="{3B79BB1C-E7D8-46ED-B1F3-51E858675522}">
      <dgm:prSet phldrT="[Text]" custT="1"/>
      <dgm:spPr/>
      <dgm:t>
        <a:bodyPr/>
        <a:lstStyle/>
        <a:p>
          <a:r>
            <a:rPr lang="en-US" sz="1600" b="1" dirty="0">
              <a:latin typeface="Candara" panose="020E0502030303020204" pitchFamily="34" charset="0"/>
            </a:rPr>
            <a:t>Reference Object + YOLO/</a:t>
          </a:r>
          <a:r>
            <a:rPr lang="en-US" sz="1600" b="1" dirty="0" err="1">
              <a:latin typeface="Candara" panose="020E0502030303020204" pitchFamily="34" charset="0"/>
            </a:rPr>
            <a:t>OpenCV</a:t>
          </a:r>
          <a:r>
            <a:rPr lang="en-US" sz="1600" b="1" dirty="0">
              <a:latin typeface="Candara" panose="020E0502030303020204" pitchFamily="34" charset="0"/>
            </a:rPr>
            <a:t> Segmentation</a:t>
          </a:r>
        </a:p>
      </dgm:t>
    </dgm:pt>
    <dgm:pt modelId="{050348ED-CB1A-4376-932B-565E467EE24F}" type="parTrans" cxnId="{E6D5D294-AD51-4E3E-AFBC-E394115C0B1B}">
      <dgm:prSet/>
      <dgm:spPr/>
      <dgm:t>
        <a:bodyPr/>
        <a:lstStyle/>
        <a:p>
          <a:endParaRPr lang="en-US"/>
        </a:p>
      </dgm:t>
    </dgm:pt>
    <dgm:pt modelId="{4E16A572-9B3E-4921-84C0-922460724290}" type="sibTrans" cxnId="{E6D5D294-AD51-4E3E-AFBC-E394115C0B1B}">
      <dgm:prSet/>
      <dgm:spPr/>
      <dgm:t>
        <a:bodyPr/>
        <a:lstStyle/>
        <a:p>
          <a:endParaRPr lang="en-US"/>
        </a:p>
      </dgm:t>
    </dgm:pt>
    <dgm:pt modelId="{DF6745CA-0073-4831-A80B-927F244CD2A8}">
      <dgm:prSet phldrT="[Text]" custT="1"/>
      <dgm:spPr/>
      <dgm:t>
        <a:bodyPr/>
        <a:lstStyle/>
        <a:p>
          <a:r>
            <a:rPr lang="en-US" sz="1600" dirty="0">
              <a:latin typeface="Candara" panose="020E0502030303020204" pitchFamily="34" charset="0"/>
            </a:rPr>
            <a:t>Provides scale and precise masks for accurate measurements</a:t>
          </a:r>
        </a:p>
      </dgm:t>
    </dgm:pt>
    <dgm:pt modelId="{3F7E541E-ADC0-4AA4-A0A6-6F24B1BAAEB2}" type="parTrans" cxnId="{DB7723C9-480C-4608-A946-C5CEDCD3FF40}">
      <dgm:prSet/>
      <dgm:spPr/>
      <dgm:t>
        <a:bodyPr/>
        <a:lstStyle/>
        <a:p>
          <a:endParaRPr lang="en-US"/>
        </a:p>
      </dgm:t>
    </dgm:pt>
    <dgm:pt modelId="{FA40F73F-AA2C-4D88-92EB-C435A3F08C56}" type="sibTrans" cxnId="{DB7723C9-480C-4608-A946-C5CEDCD3FF40}">
      <dgm:prSet/>
      <dgm:spPr/>
      <dgm:t>
        <a:bodyPr/>
        <a:lstStyle/>
        <a:p>
          <a:endParaRPr lang="en-US"/>
        </a:p>
      </dgm:t>
    </dgm:pt>
    <dgm:pt modelId="{E4591F2F-B1E9-44B3-878E-33D1CF6CB0EE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Slow Interface &amp; High Battery Usage</a:t>
          </a:r>
        </a:p>
      </dgm:t>
    </dgm:pt>
    <dgm:pt modelId="{C724F89E-E8AE-4B9D-AF1F-5480E3A44376}" type="parTrans" cxnId="{A8E82E49-49A5-4140-A3EF-68BBCE5BA575}">
      <dgm:prSet/>
      <dgm:spPr/>
      <dgm:t>
        <a:bodyPr/>
        <a:lstStyle/>
        <a:p>
          <a:endParaRPr lang="en-US"/>
        </a:p>
      </dgm:t>
    </dgm:pt>
    <dgm:pt modelId="{C8143F31-3D31-4F7B-9DD7-A579BEE14E63}" type="sibTrans" cxnId="{A8E82E49-49A5-4140-A3EF-68BBCE5BA575}">
      <dgm:prSet/>
      <dgm:spPr/>
      <dgm:t>
        <a:bodyPr/>
        <a:lstStyle/>
        <a:p>
          <a:endParaRPr lang="en-US"/>
        </a:p>
      </dgm:t>
    </dgm:pt>
    <dgm:pt modelId="{1AC3F1D2-425F-49A2-B8CD-77D37EC184E2}">
      <dgm:prSet phldrT="[Text]" custT="1"/>
      <dgm:spPr/>
      <dgm:t>
        <a:bodyPr/>
        <a:lstStyle/>
        <a:p>
          <a:r>
            <a:rPr lang="en-US" sz="1600" b="1" dirty="0" err="1">
              <a:latin typeface="Candara" panose="020E0502030303020204" pitchFamily="34" charset="0"/>
            </a:rPr>
            <a:t>TensorFlow</a:t>
          </a:r>
          <a:r>
            <a:rPr lang="en-US" sz="1600" b="1" dirty="0">
              <a:latin typeface="Candara" panose="020E0502030303020204" pitchFamily="34" charset="0"/>
            </a:rPr>
            <a:t> Lite + Model Quantization</a:t>
          </a:r>
        </a:p>
      </dgm:t>
    </dgm:pt>
    <dgm:pt modelId="{16A9FF99-C7E1-4611-816B-6F3CDF032854}" type="parTrans" cxnId="{341C580B-7F1B-407B-8E0C-69F0FA8C7AF9}">
      <dgm:prSet/>
      <dgm:spPr/>
      <dgm:t>
        <a:bodyPr/>
        <a:lstStyle/>
        <a:p>
          <a:endParaRPr lang="en-US"/>
        </a:p>
      </dgm:t>
    </dgm:pt>
    <dgm:pt modelId="{88185432-9E94-40CA-AC4C-5F73865D7A11}" type="sibTrans" cxnId="{341C580B-7F1B-407B-8E0C-69F0FA8C7AF9}">
      <dgm:prSet/>
      <dgm:spPr/>
      <dgm:t>
        <a:bodyPr/>
        <a:lstStyle/>
        <a:p>
          <a:endParaRPr lang="en-US"/>
        </a:p>
      </dgm:t>
    </dgm:pt>
    <dgm:pt modelId="{4997F0C5-DC60-4659-8341-C2928B00C862}">
      <dgm:prSet phldrT="[Text]" custT="1"/>
      <dgm:spPr/>
      <dgm:t>
        <a:bodyPr/>
        <a:lstStyle/>
        <a:p>
          <a:r>
            <a:rPr lang="en-US" sz="1600" dirty="0">
              <a:latin typeface="Candara" panose="020E0502030303020204" pitchFamily="34" charset="0"/>
            </a:rPr>
            <a:t>Optimizes model for mobile, enabling fast and efficient runtime</a:t>
          </a:r>
        </a:p>
      </dgm:t>
    </dgm:pt>
    <dgm:pt modelId="{A908D6D7-4891-404B-9DAD-08564DC80B89}" type="parTrans" cxnId="{84DCBC9D-86A2-41CC-A311-4FF34D7EE724}">
      <dgm:prSet/>
      <dgm:spPr/>
      <dgm:t>
        <a:bodyPr/>
        <a:lstStyle/>
        <a:p>
          <a:endParaRPr lang="en-US"/>
        </a:p>
      </dgm:t>
    </dgm:pt>
    <dgm:pt modelId="{B7A1B53B-678C-4B6D-8046-7ABEA6FBB236}" type="sibTrans" cxnId="{84DCBC9D-86A2-41CC-A311-4FF34D7EE724}">
      <dgm:prSet/>
      <dgm:spPr/>
      <dgm:t>
        <a:bodyPr/>
        <a:lstStyle/>
        <a:p>
          <a:endParaRPr lang="en-US"/>
        </a:p>
      </dgm:t>
    </dgm:pt>
    <dgm:pt modelId="{E05AAED0-C12A-4B1E-AAB4-40B4CB955363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Errors with multiple /overlapping Fish</a:t>
          </a:r>
        </a:p>
      </dgm:t>
    </dgm:pt>
    <dgm:pt modelId="{89887F21-16F0-4E37-B710-44334F2FCAEA}" type="parTrans" cxnId="{C2A27620-75A8-4709-A27A-3837D5781AFC}">
      <dgm:prSet/>
      <dgm:spPr/>
      <dgm:t>
        <a:bodyPr/>
        <a:lstStyle/>
        <a:p>
          <a:endParaRPr lang="en-US"/>
        </a:p>
      </dgm:t>
    </dgm:pt>
    <dgm:pt modelId="{E73D7AD6-84BE-49C4-9BD2-91D52739FBB9}" type="sibTrans" cxnId="{C2A27620-75A8-4709-A27A-3837D5781AFC}">
      <dgm:prSet/>
      <dgm:spPr/>
      <dgm:t>
        <a:bodyPr/>
        <a:lstStyle/>
        <a:p>
          <a:endParaRPr lang="en-US"/>
        </a:p>
      </dgm:t>
    </dgm:pt>
    <dgm:pt modelId="{A6ABEAD7-0318-4A45-B8C5-DF332B0AD75D}">
      <dgm:prSet phldrT="[Text]" custT="1"/>
      <dgm:spPr/>
      <dgm:t>
        <a:bodyPr/>
        <a:lstStyle/>
        <a:p>
          <a:r>
            <a:rPr lang="en-US" sz="1600" b="1" dirty="0">
              <a:latin typeface="Candara" panose="020E0502030303020204" pitchFamily="34" charset="0"/>
            </a:rPr>
            <a:t>YOLOv8-Tiny Multi-Object Detection</a:t>
          </a:r>
        </a:p>
      </dgm:t>
    </dgm:pt>
    <dgm:pt modelId="{66BBBE79-9160-44E8-98A7-F1855B6CCC73}" type="parTrans" cxnId="{95886722-9CC7-48D7-A355-D11872C0129F}">
      <dgm:prSet/>
      <dgm:spPr/>
      <dgm:t>
        <a:bodyPr/>
        <a:lstStyle/>
        <a:p>
          <a:endParaRPr lang="en-US"/>
        </a:p>
      </dgm:t>
    </dgm:pt>
    <dgm:pt modelId="{CF4D5092-7825-405F-9EB0-7BCB58C43D9D}" type="sibTrans" cxnId="{95886722-9CC7-48D7-A355-D11872C0129F}">
      <dgm:prSet/>
      <dgm:spPr/>
      <dgm:t>
        <a:bodyPr/>
        <a:lstStyle/>
        <a:p>
          <a:endParaRPr lang="en-US"/>
        </a:p>
      </dgm:t>
    </dgm:pt>
    <dgm:pt modelId="{DB58020E-D178-4A70-B5A3-8E1D364661E6}">
      <dgm:prSet phldrT="[Text]"/>
      <dgm:spPr>
        <a:solidFill>
          <a:schemeClr val="tx1">
            <a:lumMod val="75000"/>
            <a:lumOff val="25000"/>
          </a:schemeClr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Inaccurate freshness/health estimation</a:t>
          </a:r>
        </a:p>
      </dgm:t>
    </dgm:pt>
    <dgm:pt modelId="{AC53EAA3-C73F-4C3D-86BD-C0C2B8FFA6A5}" type="parTrans" cxnId="{914FFF9F-9E1D-47F4-ABB6-8D9F6E2E5B4D}">
      <dgm:prSet/>
      <dgm:spPr/>
      <dgm:t>
        <a:bodyPr/>
        <a:lstStyle/>
        <a:p>
          <a:endParaRPr lang="en-US"/>
        </a:p>
      </dgm:t>
    </dgm:pt>
    <dgm:pt modelId="{95EC3247-2DB2-431C-96B4-AD31839D78CE}" type="sibTrans" cxnId="{914FFF9F-9E1D-47F4-ABB6-8D9F6E2E5B4D}">
      <dgm:prSet/>
      <dgm:spPr/>
      <dgm:t>
        <a:bodyPr/>
        <a:lstStyle/>
        <a:p>
          <a:endParaRPr lang="en-US"/>
        </a:p>
      </dgm:t>
    </dgm:pt>
    <dgm:pt modelId="{07568A53-9B23-4647-A50F-2EAE6682FA2B}">
      <dgm:prSet phldrT="[Text]" custT="1"/>
      <dgm:spPr/>
      <dgm:t>
        <a:bodyPr/>
        <a:lstStyle/>
        <a:p>
          <a:r>
            <a:rPr lang="en-US" sz="1600" b="1" dirty="0">
              <a:latin typeface="Candara" panose="020E0502030303020204" pitchFamily="34" charset="0"/>
            </a:rPr>
            <a:t>Ensemble Classifiers &amp; Standardized Lighting</a:t>
          </a:r>
        </a:p>
      </dgm:t>
    </dgm:pt>
    <dgm:pt modelId="{1F3D3D0B-6960-4C46-A080-03C77FE99571}" type="parTrans" cxnId="{DB8C7F7A-43DD-408B-B5C3-AEA755D31502}">
      <dgm:prSet/>
      <dgm:spPr/>
      <dgm:t>
        <a:bodyPr/>
        <a:lstStyle/>
        <a:p>
          <a:endParaRPr lang="en-US"/>
        </a:p>
      </dgm:t>
    </dgm:pt>
    <dgm:pt modelId="{951E01D5-5584-4E59-808B-F1646A303A99}" type="sibTrans" cxnId="{DB8C7F7A-43DD-408B-B5C3-AEA755D31502}">
      <dgm:prSet/>
      <dgm:spPr/>
      <dgm:t>
        <a:bodyPr/>
        <a:lstStyle/>
        <a:p>
          <a:endParaRPr lang="en-US"/>
        </a:p>
      </dgm:t>
    </dgm:pt>
    <dgm:pt modelId="{01EC69E8-5A2B-4E0D-8D20-573AB774C69B}">
      <dgm:prSet phldrT="[Text]" custT="1"/>
      <dgm:spPr/>
      <dgm:t>
        <a:bodyPr/>
        <a:lstStyle/>
        <a:p>
          <a:r>
            <a:rPr lang="en-US" sz="1600" dirty="0">
              <a:latin typeface="Candara" panose="020E0502030303020204" pitchFamily="34" charset="0"/>
            </a:rPr>
            <a:t>Improves model robustness, reducing misidentification</a:t>
          </a:r>
        </a:p>
      </dgm:t>
    </dgm:pt>
    <dgm:pt modelId="{5FFB899A-4A1B-4ED8-8D16-B048CBD6F9B4}" type="sibTrans" cxnId="{B72C0342-49C3-428B-95E0-81EDEF0FA747}">
      <dgm:prSet/>
      <dgm:spPr/>
      <dgm:t>
        <a:bodyPr/>
        <a:lstStyle/>
        <a:p>
          <a:endParaRPr lang="en-US"/>
        </a:p>
      </dgm:t>
    </dgm:pt>
    <dgm:pt modelId="{F06D468F-0C75-4AFE-813C-AF11D83444C2}" type="parTrans" cxnId="{B72C0342-49C3-428B-95E0-81EDEF0FA747}">
      <dgm:prSet/>
      <dgm:spPr/>
      <dgm:t>
        <a:bodyPr/>
        <a:lstStyle/>
        <a:p>
          <a:endParaRPr lang="en-US"/>
        </a:p>
      </dgm:t>
    </dgm:pt>
    <dgm:pt modelId="{F50FA84E-108A-43CC-9A8C-5909C953333A}">
      <dgm:prSet phldrT="[Text]" custT="1"/>
      <dgm:spPr/>
      <dgm:t>
        <a:bodyPr/>
        <a:lstStyle/>
        <a:p>
          <a:r>
            <a:rPr lang="en-US" sz="1600" dirty="0">
              <a:latin typeface="Candara" panose="020E0502030303020204" pitchFamily="34" charset="0"/>
            </a:rPr>
            <a:t>Detects multiple fish accurately, improving count and weight</a:t>
          </a:r>
        </a:p>
      </dgm:t>
    </dgm:pt>
    <dgm:pt modelId="{0D701FBD-D52D-4997-8846-48B213D57696}" type="parTrans" cxnId="{B555B5A1-4C87-474B-A216-E2AA2CAC1258}">
      <dgm:prSet/>
      <dgm:spPr/>
      <dgm:t>
        <a:bodyPr/>
        <a:lstStyle/>
        <a:p>
          <a:endParaRPr lang="en-US"/>
        </a:p>
      </dgm:t>
    </dgm:pt>
    <dgm:pt modelId="{70224C53-BAD4-45F4-AC17-7E0F73BF21FB}" type="sibTrans" cxnId="{B555B5A1-4C87-474B-A216-E2AA2CAC1258}">
      <dgm:prSet/>
      <dgm:spPr/>
      <dgm:t>
        <a:bodyPr/>
        <a:lstStyle/>
        <a:p>
          <a:endParaRPr lang="en-US"/>
        </a:p>
      </dgm:t>
    </dgm:pt>
    <dgm:pt modelId="{3964F823-6DA9-44A3-8639-6E39A7DA20CD}">
      <dgm:prSet phldrT="[Text]" custT="1"/>
      <dgm:spPr/>
      <dgm:t>
        <a:bodyPr/>
        <a:lstStyle/>
        <a:p>
          <a:endParaRPr lang="en-US" sz="1600" dirty="0">
            <a:latin typeface="Candara" panose="020E0502030303020204" pitchFamily="34" charset="0"/>
          </a:endParaRPr>
        </a:p>
      </dgm:t>
    </dgm:pt>
    <dgm:pt modelId="{CAF184DF-79BB-412C-A978-15CDF30F737F}" type="parTrans" cxnId="{6EAEE3B6-F186-4B50-B445-DD25D5CA662A}">
      <dgm:prSet/>
      <dgm:spPr/>
      <dgm:t>
        <a:bodyPr/>
        <a:lstStyle/>
        <a:p>
          <a:endParaRPr lang="en-US"/>
        </a:p>
      </dgm:t>
    </dgm:pt>
    <dgm:pt modelId="{BE494BD1-8BC1-40C8-A4DA-CFF94CDB3015}" type="sibTrans" cxnId="{6EAEE3B6-F186-4B50-B445-DD25D5CA662A}">
      <dgm:prSet/>
      <dgm:spPr/>
      <dgm:t>
        <a:bodyPr/>
        <a:lstStyle/>
        <a:p>
          <a:endParaRPr lang="en-US"/>
        </a:p>
      </dgm:t>
    </dgm:pt>
    <dgm:pt modelId="{A590D30E-3E79-4AFA-A3EA-C4A4D98675CB}">
      <dgm:prSet phldrT="[Text]" custT="1"/>
      <dgm:spPr/>
      <dgm:t>
        <a:bodyPr/>
        <a:lstStyle/>
        <a:p>
          <a:r>
            <a:rPr lang="en-US" sz="1600" dirty="0">
              <a:latin typeface="Candara" panose="020E0502030303020204" pitchFamily="34" charset="0"/>
            </a:rPr>
            <a:t>Combines multiple features to increase freshness prediction accuracy</a:t>
          </a:r>
        </a:p>
      </dgm:t>
    </dgm:pt>
    <dgm:pt modelId="{12741671-D0EA-4D6A-AE57-58EA0F2AABFA}" type="parTrans" cxnId="{9B86AE51-285D-4751-8092-C239036F52E3}">
      <dgm:prSet/>
      <dgm:spPr/>
      <dgm:t>
        <a:bodyPr/>
        <a:lstStyle/>
        <a:p>
          <a:endParaRPr lang="en-US"/>
        </a:p>
      </dgm:t>
    </dgm:pt>
    <dgm:pt modelId="{66925C93-2D56-49AC-9073-423D59E066FA}" type="sibTrans" cxnId="{9B86AE51-285D-4751-8092-C239036F52E3}">
      <dgm:prSet/>
      <dgm:spPr/>
      <dgm:t>
        <a:bodyPr/>
        <a:lstStyle/>
        <a:p>
          <a:endParaRPr lang="en-US"/>
        </a:p>
      </dgm:t>
    </dgm:pt>
    <dgm:pt modelId="{91355ABC-F063-4E58-A7EF-D6C963B0E51E}">
      <dgm:prSet phldrT="[Text]" custT="1"/>
      <dgm:spPr/>
      <dgm:t>
        <a:bodyPr/>
        <a:lstStyle/>
        <a:p>
          <a:endParaRPr lang="en-US" sz="1600" dirty="0">
            <a:latin typeface="Candara" panose="020E0502030303020204" pitchFamily="34" charset="0"/>
          </a:endParaRPr>
        </a:p>
      </dgm:t>
    </dgm:pt>
    <dgm:pt modelId="{D79C3590-CD9E-4043-893E-0599758EF74B}" type="parTrans" cxnId="{9D0D92CC-2BB1-4089-80E0-D7055FBFC813}">
      <dgm:prSet/>
      <dgm:spPr/>
      <dgm:t>
        <a:bodyPr/>
        <a:lstStyle/>
        <a:p>
          <a:endParaRPr lang="en-US"/>
        </a:p>
      </dgm:t>
    </dgm:pt>
    <dgm:pt modelId="{4F3D4F0A-4D5C-48ED-9CB6-D7C8186CC440}" type="sibTrans" cxnId="{9D0D92CC-2BB1-4089-80E0-D7055FBFC813}">
      <dgm:prSet/>
      <dgm:spPr/>
      <dgm:t>
        <a:bodyPr/>
        <a:lstStyle/>
        <a:p>
          <a:endParaRPr lang="en-US"/>
        </a:p>
      </dgm:t>
    </dgm:pt>
    <dgm:pt modelId="{531E5BB2-0A94-4167-9F83-97684BC4E2FB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Incorrect Length &amp; Weight Estimators</a:t>
          </a:r>
        </a:p>
      </dgm:t>
    </dgm:pt>
    <dgm:pt modelId="{A044375F-FD73-4226-AF53-FF9F213D5312}" type="sibTrans" cxnId="{0665136C-161C-466F-A9C8-1044DDC2C4ED}">
      <dgm:prSet/>
      <dgm:spPr/>
      <dgm:t>
        <a:bodyPr/>
        <a:lstStyle/>
        <a:p>
          <a:endParaRPr lang="en-US"/>
        </a:p>
      </dgm:t>
    </dgm:pt>
    <dgm:pt modelId="{34FC6E22-68A8-4893-B878-215A8548DE14}" type="parTrans" cxnId="{0665136C-161C-466F-A9C8-1044DDC2C4ED}">
      <dgm:prSet/>
      <dgm:spPr/>
      <dgm:t>
        <a:bodyPr/>
        <a:lstStyle/>
        <a:p>
          <a:endParaRPr lang="en-US"/>
        </a:p>
      </dgm:t>
    </dgm:pt>
    <dgm:pt modelId="{9FD6308A-E441-42BD-8FB2-17C30A45B295}" type="pres">
      <dgm:prSet presAssocID="{547E417E-DDA4-482D-9B43-B527DEF6F2B7}" presName="Name0" presStyleCnt="0">
        <dgm:presLayoutVars>
          <dgm:dir/>
          <dgm:animLvl val="lvl"/>
          <dgm:resizeHandles val="exact"/>
        </dgm:presLayoutVars>
      </dgm:prSet>
      <dgm:spPr/>
    </dgm:pt>
    <dgm:pt modelId="{FC0BE04C-8AED-4B7A-9068-3BC6C33C731D}" type="pres">
      <dgm:prSet presAssocID="{C19A07F0-8EE4-4ABF-B645-197A0FB4897C}" presName="linNode" presStyleCnt="0"/>
      <dgm:spPr/>
    </dgm:pt>
    <dgm:pt modelId="{D98496A1-C094-42B7-84D8-E832ED08869D}" type="pres">
      <dgm:prSet presAssocID="{C19A07F0-8EE4-4ABF-B645-197A0FB4897C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2D4EF9CE-C492-4032-ACE0-D78BFDB9C3D5}" type="pres">
      <dgm:prSet presAssocID="{C19A07F0-8EE4-4ABF-B645-197A0FB4897C}" presName="descendantText" presStyleLbl="alignAccFollowNode1" presStyleIdx="0" presStyleCnt="5">
        <dgm:presLayoutVars>
          <dgm:bulletEnabled val="1"/>
        </dgm:presLayoutVars>
      </dgm:prSet>
      <dgm:spPr/>
    </dgm:pt>
    <dgm:pt modelId="{669D11B1-86C7-40C8-994B-4E5D63C31AB8}" type="pres">
      <dgm:prSet presAssocID="{C6F409C1-957C-4B23-BBD1-8AF7C9EF1D5C}" presName="sp" presStyleCnt="0"/>
      <dgm:spPr/>
    </dgm:pt>
    <dgm:pt modelId="{27E02F2A-2207-4013-868B-0149EAB74A55}" type="pres">
      <dgm:prSet presAssocID="{531E5BB2-0A94-4167-9F83-97684BC4E2FB}" presName="linNode" presStyleCnt="0"/>
      <dgm:spPr/>
    </dgm:pt>
    <dgm:pt modelId="{B6222ECE-4268-41B5-AA22-0D1EC1F832F5}" type="pres">
      <dgm:prSet presAssocID="{531E5BB2-0A94-4167-9F83-97684BC4E2FB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D065BF89-7EE9-46E0-9195-FF4F22D85AA0}" type="pres">
      <dgm:prSet presAssocID="{531E5BB2-0A94-4167-9F83-97684BC4E2FB}" presName="descendantText" presStyleLbl="alignAccFollowNode1" presStyleIdx="1" presStyleCnt="5">
        <dgm:presLayoutVars>
          <dgm:bulletEnabled val="1"/>
        </dgm:presLayoutVars>
      </dgm:prSet>
      <dgm:spPr/>
    </dgm:pt>
    <dgm:pt modelId="{22E60E19-45E4-4524-9327-02413D5EC0D0}" type="pres">
      <dgm:prSet presAssocID="{A044375F-FD73-4226-AF53-FF9F213D5312}" presName="sp" presStyleCnt="0"/>
      <dgm:spPr/>
    </dgm:pt>
    <dgm:pt modelId="{E52E0C32-5738-4224-85FB-DE029C938951}" type="pres">
      <dgm:prSet presAssocID="{E4591F2F-B1E9-44B3-878E-33D1CF6CB0EE}" presName="linNode" presStyleCnt="0"/>
      <dgm:spPr/>
    </dgm:pt>
    <dgm:pt modelId="{F57DE92B-5109-4948-A96A-B1079B7FA8CF}" type="pres">
      <dgm:prSet presAssocID="{E4591F2F-B1E9-44B3-878E-33D1CF6CB0EE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E0BE7F2E-3345-4C14-AC9A-B5CB81EC6895}" type="pres">
      <dgm:prSet presAssocID="{E4591F2F-B1E9-44B3-878E-33D1CF6CB0EE}" presName="descendantText" presStyleLbl="alignAccFollowNode1" presStyleIdx="2" presStyleCnt="5">
        <dgm:presLayoutVars>
          <dgm:bulletEnabled val="1"/>
        </dgm:presLayoutVars>
      </dgm:prSet>
      <dgm:spPr/>
    </dgm:pt>
    <dgm:pt modelId="{9CD6A4ED-44A0-4907-BEAB-23A943163A7F}" type="pres">
      <dgm:prSet presAssocID="{C8143F31-3D31-4F7B-9DD7-A579BEE14E63}" presName="sp" presStyleCnt="0"/>
      <dgm:spPr/>
    </dgm:pt>
    <dgm:pt modelId="{AAC5E72A-6943-4128-8019-DB7E211EC2FA}" type="pres">
      <dgm:prSet presAssocID="{E05AAED0-C12A-4B1E-AAB4-40B4CB955363}" presName="linNode" presStyleCnt="0"/>
      <dgm:spPr/>
    </dgm:pt>
    <dgm:pt modelId="{DD331CCA-8560-4FD6-94E5-5B67A91AB20B}" type="pres">
      <dgm:prSet presAssocID="{E05AAED0-C12A-4B1E-AAB4-40B4CB955363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6147B842-57ED-4B07-82F4-95FB73262D4F}" type="pres">
      <dgm:prSet presAssocID="{E05AAED0-C12A-4B1E-AAB4-40B4CB955363}" presName="descendantText" presStyleLbl="alignAccFollowNode1" presStyleIdx="3" presStyleCnt="5">
        <dgm:presLayoutVars>
          <dgm:bulletEnabled val="1"/>
        </dgm:presLayoutVars>
      </dgm:prSet>
      <dgm:spPr/>
    </dgm:pt>
    <dgm:pt modelId="{D072099C-2E53-48B9-8EAA-F491C0B824FB}" type="pres">
      <dgm:prSet presAssocID="{E73D7AD6-84BE-49C4-9BD2-91D52739FBB9}" presName="sp" presStyleCnt="0"/>
      <dgm:spPr/>
    </dgm:pt>
    <dgm:pt modelId="{AC7E4C3F-F3CA-43B2-8DA8-E1138FA4988C}" type="pres">
      <dgm:prSet presAssocID="{DB58020E-D178-4A70-B5A3-8E1D364661E6}" presName="linNode" presStyleCnt="0"/>
      <dgm:spPr/>
    </dgm:pt>
    <dgm:pt modelId="{DEF4016D-6C78-4025-A452-E50FA2E3CBE7}" type="pres">
      <dgm:prSet presAssocID="{DB58020E-D178-4A70-B5A3-8E1D364661E6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0B5A27B1-C538-463C-8D45-4C234DFCCCFA}" type="pres">
      <dgm:prSet presAssocID="{DB58020E-D178-4A70-B5A3-8E1D364661E6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341C580B-7F1B-407B-8E0C-69F0FA8C7AF9}" srcId="{E4591F2F-B1E9-44B3-878E-33D1CF6CB0EE}" destId="{1AC3F1D2-425F-49A2-B8CD-77D37EC184E2}" srcOrd="0" destOrd="0" parTransId="{16A9FF99-C7E1-4611-816B-6F3CDF032854}" sibTransId="{88185432-9E94-40CA-AC4C-5F73865D7A11}"/>
    <dgm:cxn modelId="{C2A27620-75A8-4709-A27A-3837D5781AFC}" srcId="{547E417E-DDA4-482D-9B43-B527DEF6F2B7}" destId="{E05AAED0-C12A-4B1E-AAB4-40B4CB955363}" srcOrd="3" destOrd="0" parTransId="{89887F21-16F0-4E37-B710-44334F2FCAEA}" sibTransId="{E73D7AD6-84BE-49C4-9BD2-91D52739FBB9}"/>
    <dgm:cxn modelId="{95886722-9CC7-48D7-A355-D11872C0129F}" srcId="{E05AAED0-C12A-4B1E-AAB4-40B4CB955363}" destId="{A6ABEAD7-0318-4A45-B8C5-DF332B0AD75D}" srcOrd="0" destOrd="0" parTransId="{66BBBE79-9160-44E8-98A7-F1855B6CCC73}" sibTransId="{CF4D5092-7825-405F-9EB0-7BCB58C43D9D}"/>
    <dgm:cxn modelId="{E502FE30-47C8-4E74-B685-550745E34A6D}" type="presOf" srcId="{547E417E-DDA4-482D-9B43-B527DEF6F2B7}" destId="{9FD6308A-E441-42BD-8FB2-17C30A45B295}" srcOrd="0" destOrd="0" presId="urn:microsoft.com/office/officeart/2005/8/layout/vList5"/>
    <dgm:cxn modelId="{7DD67C3B-5B85-4E3C-B11C-29E0B2780742}" type="presOf" srcId="{E4591F2F-B1E9-44B3-878E-33D1CF6CB0EE}" destId="{F57DE92B-5109-4948-A96A-B1079B7FA8CF}" srcOrd="0" destOrd="0" presId="urn:microsoft.com/office/officeart/2005/8/layout/vList5"/>
    <dgm:cxn modelId="{3C0DBD5C-69F0-4F52-AB52-384B94D0EB61}" type="presOf" srcId="{531E5BB2-0A94-4167-9F83-97684BC4E2FB}" destId="{B6222ECE-4268-41B5-AA22-0D1EC1F832F5}" srcOrd="0" destOrd="0" presId="urn:microsoft.com/office/officeart/2005/8/layout/vList5"/>
    <dgm:cxn modelId="{40B8ED5C-7DAB-4050-B334-3CACA7BC6AE0}" type="presOf" srcId="{D084B350-AE2E-4AEF-AB54-E7AE45290691}" destId="{2D4EF9CE-C492-4032-ACE0-D78BFDB9C3D5}" srcOrd="0" destOrd="0" presId="urn:microsoft.com/office/officeart/2005/8/layout/vList5"/>
    <dgm:cxn modelId="{B72C0342-49C3-428B-95E0-81EDEF0FA747}" srcId="{C19A07F0-8EE4-4ABF-B645-197A0FB4897C}" destId="{01EC69E8-5A2B-4E0D-8D20-573AB774C69B}" srcOrd="1" destOrd="0" parTransId="{F06D468F-0C75-4AFE-813C-AF11D83444C2}" sibTransId="{5FFB899A-4A1B-4ED8-8D16-B048CBD6F9B4}"/>
    <dgm:cxn modelId="{0390FA62-1CDE-413D-B912-865A3466B4A5}" type="presOf" srcId="{1AC3F1D2-425F-49A2-B8CD-77D37EC184E2}" destId="{E0BE7F2E-3345-4C14-AC9A-B5CB81EC6895}" srcOrd="0" destOrd="0" presId="urn:microsoft.com/office/officeart/2005/8/layout/vList5"/>
    <dgm:cxn modelId="{1243AF47-723A-4142-AC8A-2243FF98DE8D}" srcId="{C19A07F0-8EE4-4ABF-B645-197A0FB4897C}" destId="{D084B350-AE2E-4AEF-AB54-E7AE45290691}" srcOrd="0" destOrd="0" parTransId="{E3FC3737-DD1B-4F1B-91EC-168B18E5A7D8}" sibTransId="{8FFE6C34-539F-4EF1-BDDB-65A6324E51D3}"/>
    <dgm:cxn modelId="{A8E82E49-49A5-4140-A3EF-68BBCE5BA575}" srcId="{547E417E-DDA4-482D-9B43-B527DEF6F2B7}" destId="{E4591F2F-B1E9-44B3-878E-33D1CF6CB0EE}" srcOrd="2" destOrd="0" parTransId="{C724F89E-E8AE-4B9D-AF1F-5480E3A44376}" sibTransId="{C8143F31-3D31-4F7B-9DD7-A579BEE14E63}"/>
    <dgm:cxn modelId="{0665136C-161C-466F-A9C8-1044DDC2C4ED}" srcId="{547E417E-DDA4-482D-9B43-B527DEF6F2B7}" destId="{531E5BB2-0A94-4167-9F83-97684BC4E2FB}" srcOrd="1" destOrd="0" parTransId="{34FC6E22-68A8-4893-B878-215A8548DE14}" sibTransId="{A044375F-FD73-4226-AF53-FF9F213D5312}"/>
    <dgm:cxn modelId="{890E224C-600E-4F22-932C-BBDD259A7849}" type="presOf" srcId="{3B79BB1C-E7D8-46ED-B1F3-51E858675522}" destId="{D065BF89-7EE9-46E0-9195-FF4F22D85AA0}" srcOrd="0" destOrd="0" presId="urn:microsoft.com/office/officeart/2005/8/layout/vList5"/>
    <dgm:cxn modelId="{9B86AE51-285D-4751-8092-C239036F52E3}" srcId="{DB58020E-D178-4A70-B5A3-8E1D364661E6}" destId="{A590D30E-3E79-4AFA-A3EA-C4A4D98675CB}" srcOrd="2" destOrd="0" parTransId="{12741671-D0EA-4D6A-AE57-58EA0F2AABFA}" sibTransId="{66925C93-2D56-49AC-9073-423D59E066FA}"/>
    <dgm:cxn modelId="{0CABAE51-8B8D-4B28-A32C-1540FB337698}" type="presOf" srcId="{DB58020E-D178-4A70-B5A3-8E1D364661E6}" destId="{DEF4016D-6C78-4025-A452-E50FA2E3CBE7}" srcOrd="0" destOrd="0" presId="urn:microsoft.com/office/officeart/2005/8/layout/vList5"/>
    <dgm:cxn modelId="{4ADC8A56-A87D-4134-82DE-2A13572891AF}" type="presOf" srcId="{DF6745CA-0073-4831-A80B-927F244CD2A8}" destId="{D065BF89-7EE9-46E0-9195-FF4F22D85AA0}" srcOrd="0" destOrd="1" presId="urn:microsoft.com/office/officeart/2005/8/layout/vList5"/>
    <dgm:cxn modelId="{DB8C7F7A-43DD-408B-B5C3-AEA755D31502}" srcId="{DB58020E-D178-4A70-B5A3-8E1D364661E6}" destId="{07568A53-9B23-4647-A50F-2EAE6682FA2B}" srcOrd="1" destOrd="0" parTransId="{1F3D3D0B-6960-4C46-A080-03C77FE99571}" sibTransId="{951E01D5-5584-4E59-808B-F1646A303A99}"/>
    <dgm:cxn modelId="{E6D5D294-AD51-4E3E-AFBC-E394115C0B1B}" srcId="{531E5BB2-0A94-4167-9F83-97684BC4E2FB}" destId="{3B79BB1C-E7D8-46ED-B1F3-51E858675522}" srcOrd="0" destOrd="0" parTransId="{050348ED-CB1A-4376-932B-565E467EE24F}" sibTransId="{4E16A572-9B3E-4921-84C0-922460724290}"/>
    <dgm:cxn modelId="{48AF1295-E436-419A-A141-8D8C023E961B}" type="presOf" srcId="{A590D30E-3E79-4AFA-A3EA-C4A4D98675CB}" destId="{0B5A27B1-C538-463C-8D45-4C234DFCCCFA}" srcOrd="0" destOrd="2" presId="urn:microsoft.com/office/officeart/2005/8/layout/vList5"/>
    <dgm:cxn modelId="{84DCBC9D-86A2-41CC-A311-4FF34D7EE724}" srcId="{E4591F2F-B1E9-44B3-878E-33D1CF6CB0EE}" destId="{4997F0C5-DC60-4659-8341-C2928B00C862}" srcOrd="1" destOrd="0" parTransId="{A908D6D7-4891-404B-9DAD-08564DC80B89}" sibTransId="{B7A1B53B-678C-4B6D-8046-7ABEA6FBB236}"/>
    <dgm:cxn modelId="{914FFF9F-9E1D-47F4-ABB6-8D9F6E2E5B4D}" srcId="{547E417E-DDA4-482D-9B43-B527DEF6F2B7}" destId="{DB58020E-D178-4A70-B5A3-8E1D364661E6}" srcOrd="4" destOrd="0" parTransId="{AC53EAA3-C73F-4C3D-86BD-C0C2B8FFA6A5}" sibTransId="{95EC3247-2DB2-431C-96B4-AD31839D78CE}"/>
    <dgm:cxn modelId="{B555B5A1-4C87-474B-A216-E2AA2CAC1258}" srcId="{E05AAED0-C12A-4B1E-AAB4-40B4CB955363}" destId="{F50FA84E-108A-43CC-9A8C-5909C953333A}" srcOrd="1" destOrd="0" parTransId="{0D701FBD-D52D-4997-8846-48B213D57696}" sibTransId="{70224C53-BAD4-45F4-AC17-7E0F73BF21FB}"/>
    <dgm:cxn modelId="{7F9CDFA5-8B63-449A-9FAC-DA795EBEE228}" type="presOf" srcId="{F50FA84E-108A-43CC-9A8C-5909C953333A}" destId="{6147B842-57ED-4B07-82F4-95FB73262D4F}" srcOrd="0" destOrd="1" presId="urn:microsoft.com/office/officeart/2005/8/layout/vList5"/>
    <dgm:cxn modelId="{39C5AEAA-6A5A-463C-BA4A-930B043E52AB}" type="presOf" srcId="{E05AAED0-C12A-4B1E-AAB4-40B4CB955363}" destId="{DD331CCA-8560-4FD6-94E5-5B67A91AB20B}" srcOrd="0" destOrd="0" presId="urn:microsoft.com/office/officeart/2005/8/layout/vList5"/>
    <dgm:cxn modelId="{6DED71AF-0B44-450E-8F7C-8E23E5D959D4}" srcId="{547E417E-DDA4-482D-9B43-B527DEF6F2B7}" destId="{C19A07F0-8EE4-4ABF-B645-197A0FB4897C}" srcOrd="0" destOrd="0" parTransId="{EF7A5A45-9EE9-4EAB-8F6A-45D112CF1C49}" sibTransId="{C6F409C1-957C-4B23-BBD1-8AF7C9EF1D5C}"/>
    <dgm:cxn modelId="{6EAEE3B6-F186-4B50-B445-DD25D5CA662A}" srcId="{DB58020E-D178-4A70-B5A3-8E1D364661E6}" destId="{3964F823-6DA9-44A3-8639-6E39A7DA20CD}" srcOrd="3" destOrd="0" parTransId="{CAF184DF-79BB-412C-A978-15CDF30F737F}" sibTransId="{BE494BD1-8BC1-40C8-A4DA-CFF94CDB3015}"/>
    <dgm:cxn modelId="{2E068BC0-905C-4353-BCF2-0DA2F5CBA38D}" type="presOf" srcId="{91355ABC-F063-4E58-A7EF-D6C963B0E51E}" destId="{0B5A27B1-C538-463C-8D45-4C234DFCCCFA}" srcOrd="0" destOrd="0" presId="urn:microsoft.com/office/officeart/2005/8/layout/vList5"/>
    <dgm:cxn modelId="{664C8EC5-1CCC-43FE-994D-B808623F6A87}" type="presOf" srcId="{01EC69E8-5A2B-4E0D-8D20-573AB774C69B}" destId="{2D4EF9CE-C492-4032-ACE0-D78BFDB9C3D5}" srcOrd="0" destOrd="1" presId="urn:microsoft.com/office/officeart/2005/8/layout/vList5"/>
    <dgm:cxn modelId="{DB7723C9-480C-4608-A946-C5CEDCD3FF40}" srcId="{531E5BB2-0A94-4167-9F83-97684BC4E2FB}" destId="{DF6745CA-0073-4831-A80B-927F244CD2A8}" srcOrd="1" destOrd="0" parTransId="{3F7E541E-ADC0-4AA4-A0A6-6F24B1BAAEB2}" sibTransId="{FA40F73F-AA2C-4D88-92EB-C435A3F08C56}"/>
    <dgm:cxn modelId="{9D0D92CC-2BB1-4089-80E0-D7055FBFC813}" srcId="{DB58020E-D178-4A70-B5A3-8E1D364661E6}" destId="{91355ABC-F063-4E58-A7EF-D6C963B0E51E}" srcOrd="0" destOrd="0" parTransId="{D79C3590-CD9E-4043-893E-0599758EF74B}" sibTransId="{4F3D4F0A-4D5C-48ED-9CB6-D7C8186CC440}"/>
    <dgm:cxn modelId="{B92FABD6-DDB4-480E-9A39-D4B735C2C4C9}" type="presOf" srcId="{3964F823-6DA9-44A3-8639-6E39A7DA20CD}" destId="{0B5A27B1-C538-463C-8D45-4C234DFCCCFA}" srcOrd="0" destOrd="3" presId="urn:microsoft.com/office/officeart/2005/8/layout/vList5"/>
    <dgm:cxn modelId="{D549E5DC-D5FB-423C-A827-AA03E91E06FF}" type="presOf" srcId="{A6ABEAD7-0318-4A45-B8C5-DF332B0AD75D}" destId="{6147B842-57ED-4B07-82F4-95FB73262D4F}" srcOrd="0" destOrd="0" presId="urn:microsoft.com/office/officeart/2005/8/layout/vList5"/>
    <dgm:cxn modelId="{CA2FD7E2-42D8-4485-A650-296990D165F8}" type="presOf" srcId="{C19A07F0-8EE4-4ABF-B645-197A0FB4897C}" destId="{D98496A1-C094-42B7-84D8-E832ED08869D}" srcOrd="0" destOrd="0" presId="urn:microsoft.com/office/officeart/2005/8/layout/vList5"/>
    <dgm:cxn modelId="{FF644CF1-5526-4CE0-8519-340A7D0C9C57}" type="presOf" srcId="{07568A53-9B23-4647-A50F-2EAE6682FA2B}" destId="{0B5A27B1-C538-463C-8D45-4C234DFCCCFA}" srcOrd="0" destOrd="1" presId="urn:microsoft.com/office/officeart/2005/8/layout/vList5"/>
    <dgm:cxn modelId="{A75E61F3-1EF7-4739-95A5-16A8C291CFD9}" type="presOf" srcId="{4997F0C5-DC60-4659-8341-C2928B00C862}" destId="{E0BE7F2E-3345-4C14-AC9A-B5CB81EC6895}" srcOrd="0" destOrd="1" presId="urn:microsoft.com/office/officeart/2005/8/layout/vList5"/>
    <dgm:cxn modelId="{03DD73A7-4F69-4B98-AB37-3A8585D22965}" type="presParOf" srcId="{9FD6308A-E441-42BD-8FB2-17C30A45B295}" destId="{FC0BE04C-8AED-4B7A-9068-3BC6C33C731D}" srcOrd="0" destOrd="0" presId="urn:microsoft.com/office/officeart/2005/8/layout/vList5"/>
    <dgm:cxn modelId="{38A137D3-0640-4396-88F5-64AFA44676F2}" type="presParOf" srcId="{FC0BE04C-8AED-4B7A-9068-3BC6C33C731D}" destId="{D98496A1-C094-42B7-84D8-E832ED08869D}" srcOrd="0" destOrd="0" presId="urn:microsoft.com/office/officeart/2005/8/layout/vList5"/>
    <dgm:cxn modelId="{0B8C3B23-0C59-43E4-9250-17371AADDDD7}" type="presParOf" srcId="{FC0BE04C-8AED-4B7A-9068-3BC6C33C731D}" destId="{2D4EF9CE-C492-4032-ACE0-D78BFDB9C3D5}" srcOrd="1" destOrd="0" presId="urn:microsoft.com/office/officeart/2005/8/layout/vList5"/>
    <dgm:cxn modelId="{DFFB73E1-241B-443E-942E-228193E82233}" type="presParOf" srcId="{9FD6308A-E441-42BD-8FB2-17C30A45B295}" destId="{669D11B1-86C7-40C8-994B-4E5D63C31AB8}" srcOrd="1" destOrd="0" presId="urn:microsoft.com/office/officeart/2005/8/layout/vList5"/>
    <dgm:cxn modelId="{3ADC121C-60EF-4324-8281-B926BD7DA65C}" type="presParOf" srcId="{9FD6308A-E441-42BD-8FB2-17C30A45B295}" destId="{27E02F2A-2207-4013-868B-0149EAB74A55}" srcOrd="2" destOrd="0" presId="urn:microsoft.com/office/officeart/2005/8/layout/vList5"/>
    <dgm:cxn modelId="{179A541D-288E-4ABF-B2DF-9D77C3535F68}" type="presParOf" srcId="{27E02F2A-2207-4013-868B-0149EAB74A55}" destId="{B6222ECE-4268-41B5-AA22-0D1EC1F832F5}" srcOrd="0" destOrd="0" presId="urn:microsoft.com/office/officeart/2005/8/layout/vList5"/>
    <dgm:cxn modelId="{0A5ED809-807E-49A4-884A-C1328A8B546E}" type="presParOf" srcId="{27E02F2A-2207-4013-868B-0149EAB74A55}" destId="{D065BF89-7EE9-46E0-9195-FF4F22D85AA0}" srcOrd="1" destOrd="0" presId="urn:microsoft.com/office/officeart/2005/8/layout/vList5"/>
    <dgm:cxn modelId="{63B6F6F2-E8E6-467D-A5B0-B52A44DE13E7}" type="presParOf" srcId="{9FD6308A-E441-42BD-8FB2-17C30A45B295}" destId="{22E60E19-45E4-4524-9327-02413D5EC0D0}" srcOrd="3" destOrd="0" presId="urn:microsoft.com/office/officeart/2005/8/layout/vList5"/>
    <dgm:cxn modelId="{DA88E717-A713-4D94-8E5D-A1163BA69072}" type="presParOf" srcId="{9FD6308A-E441-42BD-8FB2-17C30A45B295}" destId="{E52E0C32-5738-4224-85FB-DE029C938951}" srcOrd="4" destOrd="0" presId="urn:microsoft.com/office/officeart/2005/8/layout/vList5"/>
    <dgm:cxn modelId="{2DDC3464-076C-45FC-8CF6-162094600D82}" type="presParOf" srcId="{E52E0C32-5738-4224-85FB-DE029C938951}" destId="{F57DE92B-5109-4948-A96A-B1079B7FA8CF}" srcOrd="0" destOrd="0" presId="urn:microsoft.com/office/officeart/2005/8/layout/vList5"/>
    <dgm:cxn modelId="{5A3502AD-07B0-4F7C-AE15-6F19E59148EE}" type="presParOf" srcId="{E52E0C32-5738-4224-85FB-DE029C938951}" destId="{E0BE7F2E-3345-4C14-AC9A-B5CB81EC6895}" srcOrd="1" destOrd="0" presId="urn:microsoft.com/office/officeart/2005/8/layout/vList5"/>
    <dgm:cxn modelId="{E08A702E-CD6D-4634-BD00-5BEFF36E2C58}" type="presParOf" srcId="{9FD6308A-E441-42BD-8FB2-17C30A45B295}" destId="{9CD6A4ED-44A0-4907-BEAB-23A943163A7F}" srcOrd="5" destOrd="0" presId="urn:microsoft.com/office/officeart/2005/8/layout/vList5"/>
    <dgm:cxn modelId="{4343960C-4981-416F-AB7D-306C373B0868}" type="presParOf" srcId="{9FD6308A-E441-42BD-8FB2-17C30A45B295}" destId="{AAC5E72A-6943-4128-8019-DB7E211EC2FA}" srcOrd="6" destOrd="0" presId="urn:microsoft.com/office/officeart/2005/8/layout/vList5"/>
    <dgm:cxn modelId="{818564A3-0440-4FB2-81F2-8BFE7DDCA0F5}" type="presParOf" srcId="{AAC5E72A-6943-4128-8019-DB7E211EC2FA}" destId="{DD331CCA-8560-4FD6-94E5-5B67A91AB20B}" srcOrd="0" destOrd="0" presId="urn:microsoft.com/office/officeart/2005/8/layout/vList5"/>
    <dgm:cxn modelId="{127EC0F6-CF81-446A-AF57-1DB29FF3DA90}" type="presParOf" srcId="{AAC5E72A-6943-4128-8019-DB7E211EC2FA}" destId="{6147B842-57ED-4B07-82F4-95FB73262D4F}" srcOrd="1" destOrd="0" presId="urn:microsoft.com/office/officeart/2005/8/layout/vList5"/>
    <dgm:cxn modelId="{C75EEA33-2596-4E83-BC89-CF9A0BC30607}" type="presParOf" srcId="{9FD6308A-E441-42BD-8FB2-17C30A45B295}" destId="{D072099C-2E53-48B9-8EAA-F491C0B824FB}" srcOrd="7" destOrd="0" presId="urn:microsoft.com/office/officeart/2005/8/layout/vList5"/>
    <dgm:cxn modelId="{E17F4B65-EB2A-4B5F-A170-AD9BA207E31C}" type="presParOf" srcId="{9FD6308A-E441-42BD-8FB2-17C30A45B295}" destId="{AC7E4C3F-F3CA-43B2-8DA8-E1138FA4988C}" srcOrd="8" destOrd="0" presId="urn:microsoft.com/office/officeart/2005/8/layout/vList5"/>
    <dgm:cxn modelId="{6DBED6C8-BD96-40F2-89DD-1D9F2B599837}" type="presParOf" srcId="{AC7E4C3F-F3CA-43B2-8DA8-E1138FA4988C}" destId="{DEF4016D-6C78-4025-A452-E50FA2E3CBE7}" srcOrd="0" destOrd="0" presId="urn:microsoft.com/office/officeart/2005/8/layout/vList5"/>
    <dgm:cxn modelId="{9DD4ABA8-2E73-415B-8282-BB425405488E}" type="presParOf" srcId="{AC7E4C3F-F3CA-43B2-8DA8-E1138FA4988C}" destId="{0B5A27B1-C538-463C-8D45-4C234DFCCCF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195A2DD-1B5A-4BFF-9864-3E3A862BB732}" type="doc">
      <dgm:prSet loTypeId="urn:microsoft.com/office/officeart/2005/8/layout/hList7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202B261-042C-4A9E-8CE4-30DED1ABD4FD}">
      <dgm:prSet phldrT="[Text]" custT="1"/>
      <dgm:spPr/>
      <dgm:t>
        <a:bodyPr/>
        <a:lstStyle/>
        <a:p>
          <a:r>
            <a: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Fishermen</a:t>
          </a:r>
          <a:r>
            <a:rPr lang="en-US" sz="2300" dirty="0"/>
            <a:t> </a:t>
          </a:r>
        </a:p>
      </dgm:t>
    </dgm:pt>
    <dgm:pt modelId="{71E3372D-E8E0-4D54-BEAB-20BD7A5EF35E}" type="parTrans" cxnId="{620D2BB2-3D4D-49F7-8D3D-0762DA815DFF}">
      <dgm:prSet/>
      <dgm:spPr/>
      <dgm:t>
        <a:bodyPr/>
        <a:lstStyle/>
        <a:p>
          <a:endParaRPr lang="en-US"/>
        </a:p>
      </dgm:t>
    </dgm:pt>
    <dgm:pt modelId="{53D22A34-A77F-4F52-AB72-C91BE9C8825D}" type="sibTrans" cxnId="{620D2BB2-3D4D-49F7-8D3D-0762DA815DFF}">
      <dgm:prSet/>
      <dgm:spPr/>
      <dgm:t>
        <a:bodyPr/>
        <a:lstStyle/>
        <a:p>
          <a:endParaRPr lang="en-US"/>
        </a:p>
      </dgm:t>
    </dgm:pt>
    <dgm:pt modelId="{62236D0C-DE7F-4919-9226-3378C85DFA62}">
      <dgm:prSet phldrT="[Text]" custT="1"/>
      <dgm:spPr/>
      <dgm:t>
        <a:bodyPr/>
        <a:lstStyle/>
        <a:p>
          <a:r>
            <a: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Supply Chain</a:t>
          </a:r>
        </a:p>
      </dgm:t>
    </dgm:pt>
    <dgm:pt modelId="{0CBCC9A7-13A7-4EF1-BC48-960AC1C088A0}" type="parTrans" cxnId="{074D5C58-FC88-40E0-81B4-A809138C214F}">
      <dgm:prSet/>
      <dgm:spPr/>
      <dgm:t>
        <a:bodyPr/>
        <a:lstStyle/>
        <a:p>
          <a:endParaRPr lang="en-US"/>
        </a:p>
      </dgm:t>
    </dgm:pt>
    <dgm:pt modelId="{84CD8D98-04EF-40B9-A853-D8C1B2368AFF}" type="sibTrans" cxnId="{074D5C58-FC88-40E0-81B4-A809138C214F}">
      <dgm:prSet/>
      <dgm:spPr/>
      <dgm:t>
        <a:bodyPr/>
        <a:lstStyle/>
        <a:p>
          <a:endParaRPr lang="en-US"/>
        </a:p>
      </dgm:t>
    </dgm:pt>
    <dgm:pt modelId="{9B4574E0-06E3-483B-8ED4-DD9CD290517E}">
      <dgm:prSet phldrT="[Text]" custT="1"/>
      <dgm:spPr/>
      <dgm:t>
        <a:bodyPr/>
        <a:lstStyle/>
        <a:p>
          <a:r>
            <a:rPr lang="en-US" sz="2000" b="1" dirty="0">
              <a:solidFill>
                <a:schemeClr val="tx1"/>
              </a:solidFill>
              <a:latin typeface="Candara" panose="020E0502030303020204" pitchFamily="34" charset="0"/>
            </a:rPr>
            <a:t>Improves</a:t>
          </a:r>
          <a:r>
            <a:rPr lang="en-US" sz="1800" dirty="0"/>
            <a:t> </a:t>
          </a:r>
          <a:r>
            <a:rPr lang="en-US" sz="2000" b="1" dirty="0">
              <a:solidFill>
                <a:schemeClr val="tx1"/>
              </a:solidFill>
              <a:latin typeface="Candara" panose="020E0502030303020204" pitchFamily="34" charset="0"/>
            </a:rPr>
            <a:t>traceability and compliance with quality standards for global trade.</a:t>
          </a:r>
        </a:p>
      </dgm:t>
    </dgm:pt>
    <dgm:pt modelId="{5EA07B99-DF2E-4736-AEEF-35F672085A65}" type="parTrans" cxnId="{FE06E493-BE36-404D-8730-78BAF4CB1737}">
      <dgm:prSet/>
      <dgm:spPr/>
      <dgm:t>
        <a:bodyPr/>
        <a:lstStyle/>
        <a:p>
          <a:endParaRPr lang="en-US"/>
        </a:p>
      </dgm:t>
    </dgm:pt>
    <dgm:pt modelId="{F018CAC5-1098-4F08-A288-C953DD7B1460}" type="sibTrans" cxnId="{FE06E493-BE36-404D-8730-78BAF4CB1737}">
      <dgm:prSet/>
      <dgm:spPr/>
      <dgm:t>
        <a:bodyPr/>
        <a:lstStyle/>
        <a:p>
          <a:endParaRPr lang="en-US"/>
        </a:p>
      </dgm:t>
    </dgm:pt>
    <dgm:pt modelId="{6299D9E2-F2D8-42BD-BBE5-DBFE578E1BC5}">
      <dgm:prSet phldrT="[Text]" custT="1"/>
      <dgm:spPr/>
      <dgm:t>
        <a:bodyPr/>
        <a:lstStyle/>
        <a:p>
          <a:r>
            <a: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Market/Buyers</a:t>
          </a:r>
        </a:p>
      </dgm:t>
    </dgm:pt>
    <dgm:pt modelId="{A82C9DF4-0988-45C8-B010-D3E107CD0021}" type="parTrans" cxnId="{9B4627DF-764D-497C-8605-44CB07C6A080}">
      <dgm:prSet/>
      <dgm:spPr/>
      <dgm:t>
        <a:bodyPr/>
        <a:lstStyle/>
        <a:p>
          <a:endParaRPr lang="en-US"/>
        </a:p>
      </dgm:t>
    </dgm:pt>
    <dgm:pt modelId="{0C6E2BE1-C784-4284-86A6-B0B7E9DFECB8}" type="sibTrans" cxnId="{9B4627DF-764D-497C-8605-44CB07C6A080}">
      <dgm:prSet/>
      <dgm:spPr/>
      <dgm:t>
        <a:bodyPr/>
        <a:lstStyle/>
        <a:p>
          <a:endParaRPr lang="en-US"/>
        </a:p>
      </dgm:t>
    </dgm:pt>
    <dgm:pt modelId="{057E6037-2851-4FBD-A77C-9C35E18C0452}">
      <dgm:prSet phldrT="[Text]" custT="1"/>
      <dgm:spPr/>
      <dgm:t>
        <a:bodyPr/>
        <a:lstStyle/>
        <a:p>
          <a:r>
            <a:rPr lang="en-US" sz="2000" b="1" dirty="0">
              <a:solidFill>
                <a:schemeClr val="tx1"/>
              </a:solidFill>
              <a:latin typeface="Candara" panose="020E0502030303020204" pitchFamily="34" charset="0"/>
            </a:rPr>
            <a:t>Guarantees verified fish quality and weight, reducing disputes and ensuring consistent supply.</a:t>
          </a:r>
        </a:p>
      </dgm:t>
    </dgm:pt>
    <dgm:pt modelId="{53462F2E-6D5C-4E74-93A3-25DBAE15535A}" type="parTrans" cxnId="{D627D010-015F-41F6-8B6A-81AFD5CACF3F}">
      <dgm:prSet/>
      <dgm:spPr/>
      <dgm:t>
        <a:bodyPr/>
        <a:lstStyle/>
        <a:p>
          <a:endParaRPr lang="en-US"/>
        </a:p>
      </dgm:t>
    </dgm:pt>
    <dgm:pt modelId="{5C3659BE-1059-40E2-8F70-3ED8F0B38EDF}" type="sibTrans" cxnId="{D627D010-015F-41F6-8B6A-81AFD5CACF3F}">
      <dgm:prSet/>
      <dgm:spPr/>
      <dgm:t>
        <a:bodyPr/>
        <a:lstStyle/>
        <a:p>
          <a:endParaRPr lang="en-US"/>
        </a:p>
      </dgm:t>
    </dgm:pt>
    <dgm:pt modelId="{7787221E-A4B8-4764-97B3-FEF78BA8CC23}">
      <dgm:prSet phldrT="[Text]" custT="1"/>
      <dgm:spPr/>
      <dgm:t>
        <a:bodyPr/>
        <a:lstStyle/>
        <a:p>
          <a:r>
            <a:rPr lang="en-US" sz="2800" b="1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Govt.Agencies</a:t>
          </a:r>
          <a:endParaRPr lang="en-US" sz="28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1355C77-211A-46B8-9EB2-2C9BE712F67A}" type="parTrans" cxnId="{E9CCBE57-2D30-4E1C-AF2A-77CCD3BC32D8}">
      <dgm:prSet/>
      <dgm:spPr/>
      <dgm:t>
        <a:bodyPr/>
        <a:lstStyle/>
        <a:p>
          <a:endParaRPr lang="en-US"/>
        </a:p>
      </dgm:t>
    </dgm:pt>
    <dgm:pt modelId="{A739A4BA-EF5B-4E5E-8F79-03F4ECFF1708}" type="sibTrans" cxnId="{E9CCBE57-2D30-4E1C-AF2A-77CCD3BC32D8}">
      <dgm:prSet/>
      <dgm:spPr/>
      <dgm:t>
        <a:bodyPr/>
        <a:lstStyle/>
        <a:p>
          <a:endParaRPr lang="en-US"/>
        </a:p>
      </dgm:t>
    </dgm:pt>
    <dgm:pt modelId="{49CC1DA9-46DE-4D95-A2C8-BAD8BC16412B}">
      <dgm:prSet phldrT="[Text]" custT="1"/>
      <dgm:spPr/>
      <dgm:t>
        <a:bodyPr/>
        <a:lstStyle/>
        <a:p>
          <a:r>
            <a:rPr lang="en-US" sz="2000" b="1" dirty="0">
              <a:solidFill>
                <a:schemeClr val="tx1"/>
              </a:solidFill>
              <a:latin typeface="Candara" panose="020E0502030303020204" pitchFamily="34" charset="0"/>
            </a:rPr>
            <a:t>Provides geotagged, timestamped data to monitor quotas and prevent illegal fishing.</a:t>
          </a:r>
        </a:p>
      </dgm:t>
    </dgm:pt>
    <dgm:pt modelId="{F1639FB1-C99E-408F-B4F2-2C133337B757}" type="parTrans" cxnId="{6D1AEC2A-EE30-4BE6-8C0C-28B992232338}">
      <dgm:prSet/>
      <dgm:spPr/>
      <dgm:t>
        <a:bodyPr/>
        <a:lstStyle/>
        <a:p>
          <a:endParaRPr lang="en-US"/>
        </a:p>
      </dgm:t>
    </dgm:pt>
    <dgm:pt modelId="{33C58895-E185-484B-BB82-E11F6547C883}" type="sibTrans" cxnId="{6D1AEC2A-EE30-4BE6-8C0C-28B992232338}">
      <dgm:prSet/>
      <dgm:spPr/>
      <dgm:t>
        <a:bodyPr/>
        <a:lstStyle/>
        <a:p>
          <a:endParaRPr lang="en-US"/>
        </a:p>
      </dgm:t>
    </dgm:pt>
    <dgm:pt modelId="{7724ED89-7C1F-411F-8FF8-BE55ADDB8667}">
      <dgm:prSet phldrT="[Text]" custT="1"/>
      <dgm:spPr/>
      <dgm:t>
        <a:bodyPr/>
        <a:lstStyle/>
        <a:p>
          <a:r>
            <a:rPr lang="en-US" sz="2000" b="1" dirty="0">
              <a:solidFill>
                <a:schemeClr val="tx1"/>
              </a:solidFill>
              <a:latin typeface="Candara" panose="020E0502030303020204" pitchFamily="34" charset="0"/>
            </a:rPr>
            <a:t>Ensures accurate species , freshness, and weight for better pricing and reduced losses.</a:t>
          </a:r>
        </a:p>
      </dgm:t>
    </dgm:pt>
    <dgm:pt modelId="{9C62671E-5506-45F8-A240-60B761C5098C}" type="sibTrans" cxnId="{F19BB4C3-1858-49BC-AC35-C48878FED231}">
      <dgm:prSet/>
      <dgm:spPr/>
      <dgm:t>
        <a:bodyPr/>
        <a:lstStyle/>
        <a:p>
          <a:endParaRPr lang="en-US"/>
        </a:p>
      </dgm:t>
    </dgm:pt>
    <dgm:pt modelId="{5B3182CD-861C-43FC-9771-2AFBB48674A3}" type="parTrans" cxnId="{F19BB4C3-1858-49BC-AC35-C48878FED231}">
      <dgm:prSet/>
      <dgm:spPr/>
      <dgm:t>
        <a:bodyPr/>
        <a:lstStyle/>
        <a:p>
          <a:endParaRPr lang="en-US"/>
        </a:p>
      </dgm:t>
    </dgm:pt>
    <dgm:pt modelId="{79903D9D-824E-4E68-AF7C-46AA0CCA239F}" type="pres">
      <dgm:prSet presAssocID="{D195A2DD-1B5A-4BFF-9864-3E3A862BB732}" presName="Name0" presStyleCnt="0">
        <dgm:presLayoutVars>
          <dgm:dir/>
          <dgm:resizeHandles val="exact"/>
        </dgm:presLayoutVars>
      </dgm:prSet>
      <dgm:spPr/>
    </dgm:pt>
    <dgm:pt modelId="{CC8189E0-A5C0-4B41-B548-DF778230BC06}" type="pres">
      <dgm:prSet presAssocID="{D195A2DD-1B5A-4BFF-9864-3E3A862BB732}" presName="fgShape" presStyleLbl="fgShp" presStyleIdx="0" presStyleCnt="1" custFlipVert="1" custScaleY="45390" custLinFactNeighborX="1443" custLinFactNeighborY="60638"/>
      <dgm:spPr/>
    </dgm:pt>
    <dgm:pt modelId="{713EC71C-68BF-4D66-97A8-EE32F17433EF}" type="pres">
      <dgm:prSet presAssocID="{D195A2DD-1B5A-4BFF-9864-3E3A862BB732}" presName="linComp" presStyleCnt="0"/>
      <dgm:spPr/>
    </dgm:pt>
    <dgm:pt modelId="{8C461B13-F75E-4761-9CDC-3355994FE938}" type="pres">
      <dgm:prSet presAssocID="{8202B261-042C-4A9E-8CE4-30DED1ABD4FD}" presName="compNode" presStyleCnt="0"/>
      <dgm:spPr/>
    </dgm:pt>
    <dgm:pt modelId="{6BBDBF0A-F953-41AE-BB98-7C8BDE025545}" type="pres">
      <dgm:prSet presAssocID="{8202B261-042C-4A9E-8CE4-30DED1ABD4FD}" presName="bkgdShape" presStyleLbl="node1" presStyleIdx="0" presStyleCnt="4"/>
      <dgm:spPr/>
    </dgm:pt>
    <dgm:pt modelId="{6F3E844A-ED29-4E25-ACF4-9AB1500F61E7}" type="pres">
      <dgm:prSet presAssocID="{8202B261-042C-4A9E-8CE4-30DED1ABD4FD}" presName="nodeTx" presStyleLbl="node1" presStyleIdx="0" presStyleCnt="4">
        <dgm:presLayoutVars>
          <dgm:bulletEnabled val="1"/>
        </dgm:presLayoutVars>
      </dgm:prSet>
      <dgm:spPr/>
    </dgm:pt>
    <dgm:pt modelId="{59F751B1-BD2F-4632-8E48-432B9B825182}" type="pres">
      <dgm:prSet presAssocID="{8202B261-042C-4A9E-8CE4-30DED1ABD4FD}" presName="invisiNode" presStyleLbl="node1" presStyleIdx="0" presStyleCnt="4"/>
      <dgm:spPr/>
    </dgm:pt>
    <dgm:pt modelId="{D0EC8D28-6CF1-4EC6-9C7F-BFF7865CF1C6}" type="pres">
      <dgm:prSet presAssocID="{8202B261-042C-4A9E-8CE4-30DED1ABD4FD}" presName="imagNode" presStyleLbl="fgImgPlace1" presStyleIdx="0" presStyleCnt="4" custLinFactNeighborX="-5890" custLinFactNeighborY="-340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2000" r="-62000"/>
          </a:stretch>
        </a:blipFill>
      </dgm:spPr>
    </dgm:pt>
    <dgm:pt modelId="{133BB9B6-3C62-4B9F-9D45-51DB30DF2987}" type="pres">
      <dgm:prSet presAssocID="{53D22A34-A77F-4F52-AB72-C91BE9C8825D}" presName="sibTrans" presStyleLbl="sibTrans2D1" presStyleIdx="0" presStyleCnt="0"/>
      <dgm:spPr/>
    </dgm:pt>
    <dgm:pt modelId="{805ED58A-3AC9-4CA7-8832-6856CB1C8119}" type="pres">
      <dgm:prSet presAssocID="{62236D0C-DE7F-4919-9226-3378C85DFA62}" presName="compNode" presStyleCnt="0"/>
      <dgm:spPr/>
    </dgm:pt>
    <dgm:pt modelId="{C5160212-7DC4-4FEB-8BCC-DCA0CC43DFB9}" type="pres">
      <dgm:prSet presAssocID="{62236D0C-DE7F-4919-9226-3378C85DFA62}" presName="bkgdShape" presStyleLbl="node1" presStyleIdx="1" presStyleCnt="4" custLinFactNeighborX="1500" custLinFactNeighborY="-399"/>
      <dgm:spPr/>
    </dgm:pt>
    <dgm:pt modelId="{F0456E56-283C-4B2F-89A4-36254D7C1907}" type="pres">
      <dgm:prSet presAssocID="{62236D0C-DE7F-4919-9226-3378C85DFA62}" presName="nodeTx" presStyleLbl="node1" presStyleIdx="1" presStyleCnt="4">
        <dgm:presLayoutVars>
          <dgm:bulletEnabled val="1"/>
        </dgm:presLayoutVars>
      </dgm:prSet>
      <dgm:spPr/>
    </dgm:pt>
    <dgm:pt modelId="{64751741-36D6-4089-8285-2BA2A2E18D48}" type="pres">
      <dgm:prSet presAssocID="{62236D0C-DE7F-4919-9226-3378C85DFA62}" presName="invisiNode" presStyleLbl="node1" presStyleIdx="1" presStyleCnt="4"/>
      <dgm:spPr/>
    </dgm:pt>
    <dgm:pt modelId="{AC319E00-E8AF-4170-BF68-ABB42BF6C154}" type="pres">
      <dgm:prSet presAssocID="{62236D0C-DE7F-4919-9226-3378C85DFA62}" presName="imagNode" presStyleLbl="fgImgPlac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6000" r="-46000"/>
          </a:stretch>
        </a:blipFill>
      </dgm:spPr>
    </dgm:pt>
    <dgm:pt modelId="{A7F08C78-4B7B-400E-986F-65C9B70DDB83}" type="pres">
      <dgm:prSet presAssocID="{84CD8D98-04EF-40B9-A853-D8C1B2368AFF}" presName="sibTrans" presStyleLbl="sibTrans2D1" presStyleIdx="0" presStyleCnt="0"/>
      <dgm:spPr/>
    </dgm:pt>
    <dgm:pt modelId="{D6D05E5D-8959-4870-8252-14FA5EEFFB40}" type="pres">
      <dgm:prSet presAssocID="{6299D9E2-F2D8-42BD-BBE5-DBFE578E1BC5}" presName="compNode" presStyleCnt="0"/>
      <dgm:spPr/>
    </dgm:pt>
    <dgm:pt modelId="{D39A3975-575F-4836-94DC-6E380229AB53}" type="pres">
      <dgm:prSet presAssocID="{6299D9E2-F2D8-42BD-BBE5-DBFE578E1BC5}" presName="bkgdShape" presStyleLbl="node1" presStyleIdx="2" presStyleCnt="4" custLinFactNeighborX="2118" custLinFactNeighborY="-1411"/>
      <dgm:spPr/>
    </dgm:pt>
    <dgm:pt modelId="{CE7D5BE0-CEEB-4E41-A90D-CDFC5E2AD5FF}" type="pres">
      <dgm:prSet presAssocID="{6299D9E2-F2D8-42BD-BBE5-DBFE578E1BC5}" presName="nodeTx" presStyleLbl="node1" presStyleIdx="2" presStyleCnt="4">
        <dgm:presLayoutVars>
          <dgm:bulletEnabled val="1"/>
        </dgm:presLayoutVars>
      </dgm:prSet>
      <dgm:spPr/>
    </dgm:pt>
    <dgm:pt modelId="{F15101C0-431D-43EA-B61D-B06BA3FBFFF1}" type="pres">
      <dgm:prSet presAssocID="{6299D9E2-F2D8-42BD-BBE5-DBFE578E1BC5}" presName="invisiNode" presStyleLbl="node1" presStyleIdx="2" presStyleCnt="4"/>
      <dgm:spPr/>
    </dgm:pt>
    <dgm:pt modelId="{111CE0AC-270E-4AA8-83A6-911157374BBA}" type="pres">
      <dgm:prSet presAssocID="{6299D9E2-F2D8-42BD-BBE5-DBFE578E1BC5}" presName="imagNode" presStyleLbl="fgImgPlac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000" r="-13000"/>
          </a:stretch>
        </a:blipFill>
      </dgm:spPr>
    </dgm:pt>
    <dgm:pt modelId="{CEEE2C0F-F137-4E55-95A3-138F83BB25B8}" type="pres">
      <dgm:prSet presAssocID="{0C6E2BE1-C784-4284-86A6-B0B7E9DFECB8}" presName="sibTrans" presStyleLbl="sibTrans2D1" presStyleIdx="0" presStyleCnt="0"/>
      <dgm:spPr/>
    </dgm:pt>
    <dgm:pt modelId="{BB9802D3-2010-4EB3-BE83-0D8FB60FA4D7}" type="pres">
      <dgm:prSet presAssocID="{7787221E-A4B8-4764-97B3-FEF78BA8CC23}" presName="compNode" presStyleCnt="0"/>
      <dgm:spPr/>
    </dgm:pt>
    <dgm:pt modelId="{CB9322A5-AFBF-47CE-9940-C411B26F4060}" type="pres">
      <dgm:prSet presAssocID="{7787221E-A4B8-4764-97B3-FEF78BA8CC23}" presName="bkgdShape" presStyleLbl="node1" presStyleIdx="3" presStyleCnt="4" custLinFactNeighborX="95" custLinFactNeighborY="-798"/>
      <dgm:spPr/>
    </dgm:pt>
    <dgm:pt modelId="{A7DE1DEE-75B7-430D-8BAB-BEBB3F63871F}" type="pres">
      <dgm:prSet presAssocID="{7787221E-A4B8-4764-97B3-FEF78BA8CC23}" presName="nodeTx" presStyleLbl="node1" presStyleIdx="3" presStyleCnt="4">
        <dgm:presLayoutVars>
          <dgm:bulletEnabled val="1"/>
        </dgm:presLayoutVars>
      </dgm:prSet>
      <dgm:spPr/>
    </dgm:pt>
    <dgm:pt modelId="{AC9223E5-6F0B-46F1-9A83-3A15D56FD5DC}" type="pres">
      <dgm:prSet presAssocID="{7787221E-A4B8-4764-97B3-FEF78BA8CC23}" presName="invisiNode" presStyleLbl="node1" presStyleIdx="3" presStyleCnt="4"/>
      <dgm:spPr/>
    </dgm:pt>
    <dgm:pt modelId="{7F923BBE-39D1-4438-84FC-2435C54D6A32}" type="pres">
      <dgm:prSet presAssocID="{7787221E-A4B8-4764-97B3-FEF78BA8CC23}" presName="imagNode" presStyleLbl="fgImgPlace1" presStyleIdx="3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4000" b="-24000"/>
          </a:stretch>
        </a:blipFill>
      </dgm:spPr>
    </dgm:pt>
  </dgm:ptLst>
  <dgm:cxnLst>
    <dgm:cxn modelId="{5FF6D504-6293-4491-8BB3-FB7DB1F11E1C}" type="presOf" srcId="{53D22A34-A77F-4F52-AB72-C91BE9C8825D}" destId="{133BB9B6-3C62-4B9F-9D45-51DB30DF2987}" srcOrd="0" destOrd="0" presId="urn:microsoft.com/office/officeart/2005/8/layout/hList7"/>
    <dgm:cxn modelId="{D627D010-015F-41F6-8B6A-81AFD5CACF3F}" srcId="{6299D9E2-F2D8-42BD-BBE5-DBFE578E1BC5}" destId="{057E6037-2851-4FBD-A77C-9C35E18C0452}" srcOrd="0" destOrd="0" parTransId="{53462F2E-6D5C-4E74-93A3-25DBAE15535A}" sibTransId="{5C3659BE-1059-40E2-8F70-3ED8F0B38EDF}"/>
    <dgm:cxn modelId="{B6E6E117-940D-4CC6-B7CF-02EBB81486E2}" type="presOf" srcId="{6299D9E2-F2D8-42BD-BBE5-DBFE578E1BC5}" destId="{D39A3975-575F-4836-94DC-6E380229AB53}" srcOrd="0" destOrd="0" presId="urn:microsoft.com/office/officeart/2005/8/layout/hList7"/>
    <dgm:cxn modelId="{9525681D-F776-4F9B-BD00-3A29115C2775}" type="presOf" srcId="{7787221E-A4B8-4764-97B3-FEF78BA8CC23}" destId="{CB9322A5-AFBF-47CE-9940-C411B26F4060}" srcOrd="0" destOrd="0" presId="urn:microsoft.com/office/officeart/2005/8/layout/hList7"/>
    <dgm:cxn modelId="{7BCD6425-89C4-4E92-ACCD-4497F406D6E5}" type="presOf" srcId="{84CD8D98-04EF-40B9-A853-D8C1B2368AFF}" destId="{A7F08C78-4B7B-400E-986F-65C9B70DDB83}" srcOrd="0" destOrd="0" presId="urn:microsoft.com/office/officeart/2005/8/layout/hList7"/>
    <dgm:cxn modelId="{4FB2B329-053D-4E51-9EC4-A02B54186F8E}" type="presOf" srcId="{62236D0C-DE7F-4919-9226-3378C85DFA62}" destId="{F0456E56-283C-4B2F-89A4-36254D7C1907}" srcOrd="1" destOrd="0" presId="urn:microsoft.com/office/officeart/2005/8/layout/hList7"/>
    <dgm:cxn modelId="{6D1AEC2A-EE30-4BE6-8C0C-28B992232338}" srcId="{7787221E-A4B8-4764-97B3-FEF78BA8CC23}" destId="{49CC1DA9-46DE-4D95-A2C8-BAD8BC16412B}" srcOrd="0" destOrd="0" parTransId="{F1639FB1-C99E-408F-B4F2-2C133337B757}" sibTransId="{33C58895-E185-484B-BB82-E11F6547C883}"/>
    <dgm:cxn modelId="{CB5AEA39-B44C-4F7D-B14F-EA2F9C596ED3}" type="presOf" srcId="{7787221E-A4B8-4764-97B3-FEF78BA8CC23}" destId="{A7DE1DEE-75B7-430D-8BAB-BEBB3F63871F}" srcOrd="1" destOrd="0" presId="urn:microsoft.com/office/officeart/2005/8/layout/hList7"/>
    <dgm:cxn modelId="{AE3E7E46-CECF-44DD-B293-BBD597AA2853}" type="presOf" srcId="{7724ED89-7C1F-411F-8FF8-BE55ADDB8667}" destId="{6F3E844A-ED29-4E25-ACF4-9AB1500F61E7}" srcOrd="1" destOrd="1" presId="urn:microsoft.com/office/officeart/2005/8/layout/hList7"/>
    <dgm:cxn modelId="{E8D7764A-4749-485A-B612-0C9E3C27020A}" type="presOf" srcId="{9B4574E0-06E3-483B-8ED4-DD9CD290517E}" destId="{C5160212-7DC4-4FEB-8BCC-DCA0CC43DFB9}" srcOrd="0" destOrd="1" presId="urn:microsoft.com/office/officeart/2005/8/layout/hList7"/>
    <dgm:cxn modelId="{D78CAB73-0EDD-4D95-8525-31B16FAC8884}" type="presOf" srcId="{9B4574E0-06E3-483B-8ED4-DD9CD290517E}" destId="{F0456E56-283C-4B2F-89A4-36254D7C1907}" srcOrd="1" destOrd="1" presId="urn:microsoft.com/office/officeart/2005/8/layout/hList7"/>
    <dgm:cxn modelId="{B2441375-A3DD-4265-9C00-E9670E1B22C5}" type="presOf" srcId="{057E6037-2851-4FBD-A77C-9C35E18C0452}" destId="{D39A3975-575F-4836-94DC-6E380229AB53}" srcOrd="0" destOrd="1" presId="urn:microsoft.com/office/officeart/2005/8/layout/hList7"/>
    <dgm:cxn modelId="{E9CCBE57-2D30-4E1C-AF2A-77CCD3BC32D8}" srcId="{D195A2DD-1B5A-4BFF-9864-3E3A862BB732}" destId="{7787221E-A4B8-4764-97B3-FEF78BA8CC23}" srcOrd="3" destOrd="0" parTransId="{91355C77-211A-46B8-9EB2-2C9BE712F67A}" sibTransId="{A739A4BA-EF5B-4E5E-8F79-03F4ECFF1708}"/>
    <dgm:cxn modelId="{074D5C58-FC88-40E0-81B4-A809138C214F}" srcId="{D195A2DD-1B5A-4BFF-9864-3E3A862BB732}" destId="{62236D0C-DE7F-4919-9226-3378C85DFA62}" srcOrd="1" destOrd="0" parTransId="{0CBCC9A7-13A7-4EF1-BC48-960AC1C088A0}" sibTransId="{84CD8D98-04EF-40B9-A853-D8C1B2368AFF}"/>
    <dgm:cxn modelId="{8A8C428F-B737-41BC-9EDF-BC80660DFB65}" type="presOf" srcId="{49CC1DA9-46DE-4D95-A2C8-BAD8BC16412B}" destId="{A7DE1DEE-75B7-430D-8BAB-BEBB3F63871F}" srcOrd="1" destOrd="1" presId="urn:microsoft.com/office/officeart/2005/8/layout/hList7"/>
    <dgm:cxn modelId="{FE06E493-BE36-404D-8730-78BAF4CB1737}" srcId="{62236D0C-DE7F-4919-9226-3378C85DFA62}" destId="{9B4574E0-06E3-483B-8ED4-DD9CD290517E}" srcOrd="0" destOrd="0" parTransId="{5EA07B99-DF2E-4736-AEEF-35F672085A65}" sibTransId="{F018CAC5-1098-4F08-A288-C953DD7B1460}"/>
    <dgm:cxn modelId="{4F631CAE-DCAE-4119-8619-D05CD90602F0}" type="presOf" srcId="{49CC1DA9-46DE-4D95-A2C8-BAD8BC16412B}" destId="{CB9322A5-AFBF-47CE-9940-C411B26F4060}" srcOrd="0" destOrd="1" presId="urn:microsoft.com/office/officeart/2005/8/layout/hList7"/>
    <dgm:cxn modelId="{620D2BB2-3D4D-49F7-8D3D-0762DA815DFF}" srcId="{D195A2DD-1B5A-4BFF-9864-3E3A862BB732}" destId="{8202B261-042C-4A9E-8CE4-30DED1ABD4FD}" srcOrd="0" destOrd="0" parTransId="{71E3372D-E8E0-4D54-BEAB-20BD7A5EF35E}" sibTransId="{53D22A34-A77F-4F52-AB72-C91BE9C8825D}"/>
    <dgm:cxn modelId="{48A2A7BC-C03B-4733-B000-7F03458D7518}" type="presOf" srcId="{057E6037-2851-4FBD-A77C-9C35E18C0452}" destId="{CE7D5BE0-CEEB-4E41-A90D-CDFC5E2AD5FF}" srcOrd="1" destOrd="1" presId="urn:microsoft.com/office/officeart/2005/8/layout/hList7"/>
    <dgm:cxn modelId="{89F8D5C0-503A-4751-9540-958F5BA2DE2D}" type="presOf" srcId="{8202B261-042C-4A9E-8CE4-30DED1ABD4FD}" destId="{6BBDBF0A-F953-41AE-BB98-7C8BDE025545}" srcOrd="0" destOrd="0" presId="urn:microsoft.com/office/officeart/2005/8/layout/hList7"/>
    <dgm:cxn modelId="{F19BB4C3-1858-49BC-AC35-C48878FED231}" srcId="{8202B261-042C-4A9E-8CE4-30DED1ABD4FD}" destId="{7724ED89-7C1F-411F-8FF8-BE55ADDB8667}" srcOrd="0" destOrd="0" parTransId="{5B3182CD-861C-43FC-9771-2AFBB48674A3}" sibTransId="{9C62671E-5506-45F8-A240-60B761C5098C}"/>
    <dgm:cxn modelId="{9EA2A5CA-9C59-49D1-B3B9-B618060A9001}" type="presOf" srcId="{8202B261-042C-4A9E-8CE4-30DED1ABD4FD}" destId="{6F3E844A-ED29-4E25-ACF4-9AB1500F61E7}" srcOrd="1" destOrd="0" presId="urn:microsoft.com/office/officeart/2005/8/layout/hList7"/>
    <dgm:cxn modelId="{41C4EAD1-8B3D-4D57-A02C-4817C17FA2D7}" type="presOf" srcId="{6299D9E2-F2D8-42BD-BBE5-DBFE578E1BC5}" destId="{CE7D5BE0-CEEB-4E41-A90D-CDFC5E2AD5FF}" srcOrd="1" destOrd="0" presId="urn:microsoft.com/office/officeart/2005/8/layout/hList7"/>
    <dgm:cxn modelId="{48DC20D4-454A-4BE3-A064-BACD716DCD57}" type="presOf" srcId="{7724ED89-7C1F-411F-8FF8-BE55ADDB8667}" destId="{6BBDBF0A-F953-41AE-BB98-7C8BDE025545}" srcOrd="0" destOrd="1" presId="urn:microsoft.com/office/officeart/2005/8/layout/hList7"/>
    <dgm:cxn modelId="{E7A1E2D5-032A-4EBD-A56E-63AE2C41444D}" type="presOf" srcId="{0C6E2BE1-C784-4284-86A6-B0B7E9DFECB8}" destId="{CEEE2C0F-F137-4E55-95A3-138F83BB25B8}" srcOrd="0" destOrd="0" presId="urn:microsoft.com/office/officeart/2005/8/layout/hList7"/>
    <dgm:cxn modelId="{F256B6DB-FC09-4FC8-9CB3-4A6395E5C46C}" type="presOf" srcId="{62236D0C-DE7F-4919-9226-3378C85DFA62}" destId="{C5160212-7DC4-4FEB-8BCC-DCA0CC43DFB9}" srcOrd="0" destOrd="0" presId="urn:microsoft.com/office/officeart/2005/8/layout/hList7"/>
    <dgm:cxn modelId="{9B4627DF-764D-497C-8605-44CB07C6A080}" srcId="{D195A2DD-1B5A-4BFF-9864-3E3A862BB732}" destId="{6299D9E2-F2D8-42BD-BBE5-DBFE578E1BC5}" srcOrd="2" destOrd="0" parTransId="{A82C9DF4-0988-45C8-B010-D3E107CD0021}" sibTransId="{0C6E2BE1-C784-4284-86A6-B0B7E9DFECB8}"/>
    <dgm:cxn modelId="{A59DA9E5-C253-4C39-BF75-1DCC9D051E0D}" type="presOf" srcId="{D195A2DD-1B5A-4BFF-9864-3E3A862BB732}" destId="{79903D9D-824E-4E68-AF7C-46AA0CCA239F}" srcOrd="0" destOrd="0" presId="urn:microsoft.com/office/officeart/2005/8/layout/hList7"/>
    <dgm:cxn modelId="{63877F18-B828-4787-993B-C9BE61A1169C}" type="presParOf" srcId="{79903D9D-824E-4E68-AF7C-46AA0CCA239F}" destId="{CC8189E0-A5C0-4B41-B548-DF778230BC06}" srcOrd="0" destOrd="0" presId="urn:microsoft.com/office/officeart/2005/8/layout/hList7"/>
    <dgm:cxn modelId="{09B35233-91D3-4F0E-A2B5-8FCCF298D4B6}" type="presParOf" srcId="{79903D9D-824E-4E68-AF7C-46AA0CCA239F}" destId="{713EC71C-68BF-4D66-97A8-EE32F17433EF}" srcOrd="1" destOrd="0" presId="urn:microsoft.com/office/officeart/2005/8/layout/hList7"/>
    <dgm:cxn modelId="{1CB459D9-5C32-4E61-A949-2F88E69A8EF3}" type="presParOf" srcId="{713EC71C-68BF-4D66-97A8-EE32F17433EF}" destId="{8C461B13-F75E-4761-9CDC-3355994FE938}" srcOrd="0" destOrd="0" presId="urn:microsoft.com/office/officeart/2005/8/layout/hList7"/>
    <dgm:cxn modelId="{9DB395DC-DF4E-4549-86D3-AA77779F362B}" type="presParOf" srcId="{8C461B13-F75E-4761-9CDC-3355994FE938}" destId="{6BBDBF0A-F953-41AE-BB98-7C8BDE025545}" srcOrd="0" destOrd="0" presId="urn:microsoft.com/office/officeart/2005/8/layout/hList7"/>
    <dgm:cxn modelId="{57FF79F5-CC71-4109-A6E7-9C30022EA690}" type="presParOf" srcId="{8C461B13-F75E-4761-9CDC-3355994FE938}" destId="{6F3E844A-ED29-4E25-ACF4-9AB1500F61E7}" srcOrd="1" destOrd="0" presId="urn:microsoft.com/office/officeart/2005/8/layout/hList7"/>
    <dgm:cxn modelId="{A3BF73BC-39E3-4D0E-B49F-590C1736A47C}" type="presParOf" srcId="{8C461B13-F75E-4761-9CDC-3355994FE938}" destId="{59F751B1-BD2F-4632-8E48-432B9B825182}" srcOrd="2" destOrd="0" presId="urn:microsoft.com/office/officeart/2005/8/layout/hList7"/>
    <dgm:cxn modelId="{79066B6D-D98F-418E-88ED-9807F4EF2758}" type="presParOf" srcId="{8C461B13-F75E-4761-9CDC-3355994FE938}" destId="{D0EC8D28-6CF1-4EC6-9C7F-BFF7865CF1C6}" srcOrd="3" destOrd="0" presId="urn:microsoft.com/office/officeart/2005/8/layout/hList7"/>
    <dgm:cxn modelId="{6653BB2B-41C6-460D-B27A-3B0A21BBD68B}" type="presParOf" srcId="{713EC71C-68BF-4D66-97A8-EE32F17433EF}" destId="{133BB9B6-3C62-4B9F-9D45-51DB30DF2987}" srcOrd="1" destOrd="0" presId="urn:microsoft.com/office/officeart/2005/8/layout/hList7"/>
    <dgm:cxn modelId="{726DF6AE-A100-4385-AF49-D77DE6A40DE1}" type="presParOf" srcId="{713EC71C-68BF-4D66-97A8-EE32F17433EF}" destId="{805ED58A-3AC9-4CA7-8832-6856CB1C8119}" srcOrd="2" destOrd="0" presId="urn:microsoft.com/office/officeart/2005/8/layout/hList7"/>
    <dgm:cxn modelId="{12EBCAC0-E4B7-48DC-A304-8524F9F2FF10}" type="presParOf" srcId="{805ED58A-3AC9-4CA7-8832-6856CB1C8119}" destId="{C5160212-7DC4-4FEB-8BCC-DCA0CC43DFB9}" srcOrd="0" destOrd="0" presId="urn:microsoft.com/office/officeart/2005/8/layout/hList7"/>
    <dgm:cxn modelId="{5CA34A76-B26A-49DA-8440-02E25F554068}" type="presParOf" srcId="{805ED58A-3AC9-4CA7-8832-6856CB1C8119}" destId="{F0456E56-283C-4B2F-89A4-36254D7C1907}" srcOrd="1" destOrd="0" presId="urn:microsoft.com/office/officeart/2005/8/layout/hList7"/>
    <dgm:cxn modelId="{831A27C6-191B-437C-AA37-45DD296EFF29}" type="presParOf" srcId="{805ED58A-3AC9-4CA7-8832-6856CB1C8119}" destId="{64751741-36D6-4089-8285-2BA2A2E18D48}" srcOrd="2" destOrd="0" presId="urn:microsoft.com/office/officeart/2005/8/layout/hList7"/>
    <dgm:cxn modelId="{AF141EA0-EEE4-410F-BE27-71EE9E6056A2}" type="presParOf" srcId="{805ED58A-3AC9-4CA7-8832-6856CB1C8119}" destId="{AC319E00-E8AF-4170-BF68-ABB42BF6C154}" srcOrd="3" destOrd="0" presId="urn:microsoft.com/office/officeart/2005/8/layout/hList7"/>
    <dgm:cxn modelId="{6975C661-40BC-49E5-8A51-AAEFE739C89B}" type="presParOf" srcId="{713EC71C-68BF-4D66-97A8-EE32F17433EF}" destId="{A7F08C78-4B7B-400E-986F-65C9B70DDB83}" srcOrd="3" destOrd="0" presId="urn:microsoft.com/office/officeart/2005/8/layout/hList7"/>
    <dgm:cxn modelId="{DB9751B5-B597-41B2-9474-235B4BB3F649}" type="presParOf" srcId="{713EC71C-68BF-4D66-97A8-EE32F17433EF}" destId="{D6D05E5D-8959-4870-8252-14FA5EEFFB40}" srcOrd="4" destOrd="0" presId="urn:microsoft.com/office/officeart/2005/8/layout/hList7"/>
    <dgm:cxn modelId="{46B48899-D8D7-4F6B-9C3E-AAFC9DB7D231}" type="presParOf" srcId="{D6D05E5D-8959-4870-8252-14FA5EEFFB40}" destId="{D39A3975-575F-4836-94DC-6E380229AB53}" srcOrd="0" destOrd="0" presId="urn:microsoft.com/office/officeart/2005/8/layout/hList7"/>
    <dgm:cxn modelId="{4B134E92-0BCD-44EA-84B8-F7DD4DC83639}" type="presParOf" srcId="{D6D05E5D-8959-4870-8252-14FA5EEFFB40}" destId="{CE7D5BE0-CEEB-4E41-A90D-CDFC5E2AD5FF}" srcOrd="1" destOrd="0" presId="urn:microsoft.com/office/officeart/2005/8/layout/hList7"/>
    <dgm:cxn modelId="{22112707-B3AB-4D9D-B109-3BDEEA9A3B90}" type="presParOf" srcId="{D6D05E5D-8959-4870-8252-14FA5EEFFB40}" destId="{F15101C0-431D-43EA-B61D-B06BA3FBFFF1}" srcOrd="2" destOrd="0" presId="urn:microsoft.com/office/officeart/2005/8/layout/hList7"/>
    <dgm:cxn modelId="{E50A2042-C7CB-498C-BF2C-189A1C12FC70}" type="presParOf" srcId="{D6D05E5D-8959-4870-8252-14FA5EEFFB40}" destId="{111CE0AC-270E-4AA8-83A6-911157374BBA}" srcOrd="3" destOrd="0" presId="urn:microsoft.com/office/officeart/2005/8/layout/hList7"/>
    <dgm:cxn modelId="{33650A86-E659-4CF0-892E-BF2A56FF324D}" type="presParOf" srcId="{713EC71C-68BF-4D66-97A8-EE32F17433EF}" destId="{CEEE2C0F-F137-4E55-95A3-138F83BB25B8}" srcOrd="5" destOrd="0" presId="urn:microsoft.com/office/officeart/2005/8/layout/hList7"/>
    <dgm:cxn modelId="{CFC14552-2D54-410D-BE6D-2974AEA87B5A}" type="presParOf" srcId="{713EC71C-68BF-4D66-97A8-EE32F17433EF}" destId="{BB9802D3-2010-4EB3-BE83-0D8FB60FA4D7}" srcOrd="6" destOrd="0" presId="urn:microsoft.com/office/officeart/2005/8/layout/hList7"/>
    <dgm:cxn modelId="{CED5FAD0-E82E-4DD1-9CAC-E3AB6FFB6F3F}" type="presParOf" srcId="{BB9802D3-2010-4EB3-BE83-0D8FB60FA4D7}" destId="{CB9322A5-AFBF-47CE-9940-C411B26F4060}" srcOrd="0" destOrd="0" presId="urn:microsoft.com/office/officeart/2005/8/layout/hList7"/>
    <dgm:cxn modelId="{C74292F6-4FFB-4857-9C92-28BB7CAC711F}" type="presParOf" srcId="{BB9802D3-2010-4EB3-BE83-0D8FB60FA4D7}" destId="{A7DE1DEE-75B7-430D-8BAB-BEBB3F63871F}" srcOrd="1" destOrd="0" presId="urn:microsoft.com/office/officeart/2005/8/layout/hList7"/>
    <dgm:cxn modelId="{41A66139-94A9-40F2-B5BA-BEA4481F49FB}" type="presParOf" srcId="{BB9802D3-2010-4EB3-BE83-0D8FB60FA4D7}" destId="{AC9223E5-6F0B-46F1-9A83-3A15D56FD5DC}" srcOrd="2" destOrd="0" presId="urn:microsoft.com/office/officeart/2005/8/layout/hList7"/>
    <dgm:cxn modelId="{01B53655-A415-437D-A481-DD443A2083FA}" type="presParOf" srcId="{BB9802D3-2010-4EB3-BE83-0D8FB60FA4D7}" destId="{7F923BBE-39D1-4438-84FC-2435C54D6A32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C53B8F-39AA-4E13-9048-8AF017F15ED1}">
      <dsp:nvSpPr>
        <dsp:cNvPr id="0" name=""/>
        <dsp:cNvSpPr/>
      </dsp:nvSpPr>
      <dsp:spPr>
        <a:xfrm>
          <a:off x="933721" y="550914"/>
          <a:ext cx="1953147" cy="1953147"/>
        </a:xfrm>
        <a:prstGeom prst="pieWedg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Health Estimator Based on Image </a:t>
          </a:r>
        </a:p>
      </dsp:txBody>
      <dsp:txXfrm>
        <a:off x="1505785" y="1122978"/>
        <a:ext cx="1381083" cy="1381083"/>
      </dsp:txXfrm>
    </dsp:sp>
    <dsp:sp modelId="{A4A36980-3A4D-4F5A-8DAC-36D61EE68A9A}">
      <dsp:nvSpPr>
        <dsp:cNvPr id="0" name=""/>
        <dsp:cNvSpPr/>
      </dsp:nvSpPr>
      <dsp:spPr>
        <a:xfrm rot="5400000">
          <a:off x="2977083" y="550914"/>
          <a:ext cx="1953147" cy="1953147"/>
        </a:xfrm>
        <a:prstGeom prst="pieWedge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Weight  Estimator </a:t>
          </a:r>
        </a:p>
      </dsp:txBody>
      <dsp:txXfrm rot="-5400000">
        <a:off x="2977083" y="1122978"/>
        <a:ext cx="1381083" cy="1381083"/>
      </dsp:txXfrm>
    </dsp:sp>
    <dsp:sp modelId="{D5595418-8990-46FB-A713-28BE881C89B1}">
      <dsp:nvSpPr>
        <dsp:cNvPr id="0" name=""/>
        <dsp:cNvSpPr/>
      </dsp:nvSpPr>
      <dsp:spPr>
        <a:xfrm rot="10800000">
          <a:off x="3002259" y="2641952"/>
          <a:ext cx="1953147" cy="1953147"/>
        </a:xfrm>
        <a:prstGeom prst="pieWedge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Geo-Tagging</a:t>
          </a:r>
        </a:p>
      </dsp:txBody>
      <dsp:txXfrm rot="10800000">
        <a:off x="3002259" y="2641952"/>
        <a:ext cx="1381083" cy="1381083"/>
      </dsp:txXfrm>
    </dsp:sp>
    <dsp:sp modelId="{F0F59809-0028-43DA-AD1A-4C01CE3B040A}">
      <dsp:nvSpPr>
        <dsp:cNvPr id="0" name=""/>
        <dsp:cNvSpPr/>
      </dsp:nvSpPr>
      <dsp:spPr>
        <a:xfrm rot="16200000">
          <a:off x="933721" y="2594276"/>
          <a:ext cx="1953147" cy="1953147"/>
        </a:xfrm>
        <a:prstGeom prst="pieWedg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Offline –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Work in remote areas with poor signals.</a:t>
          </a:r>
        </a:p>
      </dsp:txBody>
      <dsp:txXfrm rot="5400000">
        <a:off x="1505785" y="2594276"/>
        <a:ext cx="1381083" cy="1381083"/>
      </dsp:txXfrm>
    </dsp:sp>
    <dsp:sp modelId="{B5C2384C-CD0F-4303-8BAC-10CBB39C022C}">
      <dsp:nvSpPr>
        <dsp:cNvPr id="0" name=""/>
        <dsp:cNvSpPr/>
      </dsp:nvSpPr>
      <dsp:spPr>
        <a:xfrm>
          <a:off x="2594798" y="2143203"/>
          <a:ext cx="674354" cy="586395"/>
        </a:xfrm>
        <a:prstGeom prst="circular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5A8110-C24C-4AE5-BB92-5F313499E138}">
      <dsp:nvSpPr>
        <dsp:cNvPr id="0" name=""/>
        <dsp:cNvSpPr/>
      </dsp:nvSpPr>
      <dsp:spPr>
        <a:xfrm rot="10800000">
          <a:off x="2594798" y="2368739"/>
          <a:ext cx="674354" cy="586395"/>
        </a:xfrm>
        <a:prstGeom prst="circular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A7F4AE-6F59-447D-A117-8745F9578BAE}">
      <dsp:nvSpPr>
        <dsp:cNvPr id="0" name=""/>
        <dsp:cNvSpPr/>
      </dsp:nvSpPr>
      <dsp:spPr>
        <a:xfrm>
          <a:off x="4496" y="519680"/>
          <a:ext cx="1965838" cy="11795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Image Capturing </a:t>
          </a:r>
        </a:p>
      </dsp:txBody>
      <dsp:txXfrm>
        <a:off x="39042" y="554226"/>
        <a:ext cx="1896746" cy="1110411"/>
      </dsp:txXfrm>
    </dsp:sp>
    <dsp:sp modelId="{E4A3C917-0796-48CC-94E8-83B433091276}">
      <dsp:nvSpPr>
        <dsp:cNvPr id="0" name=""/>
        <dsp:cNvSpPr/>
      </dsp:nvSpPr>
      <dsp:spPr>
        <a:xfrm>
          <a:off x="2143328" y="865668"/>
          <a:ext cx="416757" cy="487527"/>
        </a:xfrm>
        <a:prstGeom prst="rightArrow">
          <a:avLst>
            <a:gd name="adj1" fmla="val 60000"/>
            <a:gd name="adj2" fmla="val 50000"/>
          </a:avLst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143328" y="963173"/>
        <a:ext cx="291730" cy="292517"/>
      </dsp:txXfrm>
    </dsp:sp>
    <dsp:sp modelId="{041E7968-14D2-48F4-B842-E6495853AF5E}">
      <dsp:nvSpPr>
        <dsp:cNvPr id="0" name=""/>
        <dsp:cNvSpPr/>
      </dsp:nvSpPr>
      <dsp:spPr>
        <a:xfrm>
          <a:off x="2756669" y="519680"/>
          <a:ext cx="1965838" cy="11795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Fish Detection</a:t>
          </a:r>
        </a:p>
      </dsp:txBody>
      <dsp:txXfrm>
        <a:off x="2791215" y="554226"/>
        <a:ext cx="1896746" cy="1110411"/>
      </dsp:txXfrm>
    </dsp:sp>
    <dsp:sp modelId="{16AC6670-5A36-447D-9FE0-5EFA6E72E4BA}">
      <dsp:nvSpPr>
        <dsp:cNvPr id="0" name=""/>
        <dsp:cNvSpPr/>
      </dsp:nvSpPr>
      <dsp:spPr>
        <a:xfrm>
          <a:off x="4895502" y="865668"/>
          <a:ext cx="416757" cy="487527"/>
        </a:xfrm>
        <a:prstGeom prst="rightArrow">
          <a:avLst>
            <a:gd name="adj1" fmla="val 60000"/>
            <a:gd name="adj2" fmla="val 50000"/>
          </a:avLst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895502" y="963173"/>
        <a:ext cx="291730" cy="292517"/>
      </dsp:txXfrm>
    </dsp:sp>
    <dsp:sp modelId="{2C4C82EF-FE23-4359-A7CB-EAAC671AF903}">
      <dsp:nvSpPr>
        <dsp:cNvPr id="0" name=""/>
        <dsp:cNvSpPr/>
      </dsp:nvSpPr>
      <dsp:spPr>
        <a:xfrm>
          <a:off x="5508843" y="519680"/>
          <a:ext cx="1965838" cy="11795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Species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Identification</a:t>
          </a:r>
        </a:p>
      </dsp:txBody>
      <dsp:txXfrm>
        <a:off x="5543389" y="554226"/>
        <a:ext cx="1896746" cy="1110411"/>
      </dsp:txXfrm>
    </dsp:sp>
    <dsp:sp modelId="{F456F72D-CEC3-4F6D-A803-3F573142314B}">
      <dsp:nvSpPr>
        <dsp:cNvPr id="0" name=""/>
        <dsp:cNvSpPr/>
      </dsp:nvSpPr>
      <dsp:spPr>
        <a:xfrm>
          <a:off x="7647675" y="865668"/>
          <a:ext cx="416757" cy="487527"/>
        </a:xfrm>
        <a:prstGeom prst="rightArrow">
          <a:avLst>
            <a:gd name="adj1" fmla="val 60000"/>
            <a:gd name="adj2" fmla="val 50000"/>
          </a:avLst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647675" y="963173"/>
        <a:ext cx="291730" cy="292517"/>
      </dsp:txXfrm>
    </dsp:sp>
    <dsp:sp modelId="{24066860-214A-4F8E-8787-CA27759F54AE}">
      <dsp:nvSpPr>
        <dsp:cNvPr id="0" name=""/>
        <dsp:cNvSpPr/>
      </dsp:nvSpPr>
      <dsp:spPr>
        <a:xfrm>
          <a:off x="8261017" y="519680"/>
          <a:ext cx="1965838" cy="11795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Freshness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/Health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Check</a:t>
          </a:r>
        </a:p>
      </dsp:txBody>
      <dsp:txXfrm>
        <a:off x="8295563" y="554226"/>
        <a:ext cx="1896746" cy="1110411"/>
      </dsp:txXfrm>
    </dsp:sp>
    <dsp:sp modelId="{02540817-AB65-4581-BF14-45A8A55C4AD9}">
      <dsp:nvSpPr>
        <dsp:cNvPr id="0" name=""/>
        <dsp:cNvSpPr/>
      </dsp:nvSpPr>
      <dsp:spPr>
        <a:xfrm rot="5400000">
          <a:off x="9035557" y="1836792"/>
          <a:ext cx="416757" cy="487527"/>
        </a:xfrm>
        <a:prstGeom prst="rightArrow">
          <a:avLst>
            <a:gd name="adj1" fmla="val 60000"/>
            <a:gd name="adj2" fmla="val 50000"/>
          </a:avLst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-5400000">
        <a:off x="9097678" y="1872177"/>
        <a:ext cx="292517" cy="291730"/>
      </dsp:txXfrm>
    </dsp:sp>
    <dsp:sp modelId="{CA3756AE-D4E9-4F20-8CD1-76EC2D8549C0}">
      <dsp:nvSpPr>
        <dsp:cNvPr id="0" name=""/>
        <dsp:cNvSpPr/>
      </dsp:nvSpPr>
      <dsp:spPr>
        <a:xfrm>
          <a:off x="8261017" y="2485519"/>
          <a:ext cx="1965838" cy="11795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Length&amp;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Weight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Estimation</a:t>
          </a:r>
        </a:p>
      </dsp:txBody>
      <dsp:txXfrm>
        <a:off x="8295563" y="2520065"/>
        <a:ext cx="1896746" cy="1110411"/>
      </dsp:txXfrm>
    </dsp:sp>
    <dsp:sp modelId="{42EC0B2F-4DA2-46CD-BE82-1FD9E69D0A2F}">
      <dsp:nvSpPr>
        <dsp:cNvPr id="0" name=""/>
        <dsp:cNvSpPr/>
      </dsp:nvSpPr>
      <dsp:spPr>
        <a:xfrm rot="10800000">
          <a:off x="7671265" y="2831506"/>
          <a:ext cx="416757" cy="487527"/>
        </a:xfrm>
        <a:prstGeom prst="rightArrow">
          <a:avLst>
            <a:gd name="adj1" fmla="val 60000"/>
            <a:gd name="adj2" fmla="val 50000"/>
          </a:avLst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7796292" y="2929011"/>
        <a:ext cx="291730" cy="292517"/>
      </dsp:txXfrm>
    </dsp:sp>
    <dsp:sp modelId="{C4407444-6825-4789-95D3-E15AEC24BC53}">
      <dsp:nvSpPr>
        <dsp:cNvPr id="0" name=""/>
        <dsp:cNvSpPr/>
      </dsp:nvSpPr>
      <dsp:spPr>
        <a:xfrm>
          <a:off x="5508843" y="2485519"/>
          <a:ext cx="1965838" cy="11795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Aggregation &amp; Output</a:t>
          </a:r>
        </a:p>
      </dsp:txBody>
      <dsp:txXfrm>
        <a:off x="5543389" y="2520065"/>
        <a:ext cx="1896746" cy="1110411"/>
      </dsp:txXfrm>
    </dsp:sp>
    <dsp:sp modelId="{4C3FB348-3246-4C60-A59E-D51726C8CC18}">
      <dsp:nvSpPr>
        <dsp:cNvPr id="0" name=""/>
        <dsp:cNvSpPr/>
      </dsp:nvSpPr>
      <dsp:spPr>
        <a:xfrm rot="10800000">
          <a:off x="4919092" y="2831506"/>
          <a:ext cx="416757" cy="487527"/>
        </a:xfrm>
        <a:prstGeom prst="rightArrow">
          <a:avLst>
            <a:gd name="adj1" fmla="val 60000"/>
            <a:gd name="adj2" fmla="val 50000"/>
          </a:avLst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5044119" y="2929011"/>
        <a:ext cx="291730" cy="292517"/>
      </dsp:txXfrm>
    </dsp:sp>
    <dsp:sp modelId="{A2854C12-4B97-4EB9-A407-0089B475BD48}">
      <dsp:nvSpPr>
        <dsp:cNvPr id="0" name=""/>
        <dsp:cNvSpPr/>
      </dsp:nvSpPr>
      <dsp:spPr>
        <a:xfrm>
          <a:off x="2756669" y="2485519"/>
          <a:ext cx="1965838" cy="11795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Storage &amp; Geo-tagging</a:t>
          </a:r>
        </a:p>
      </dsp:txBody>
      <dsp:txXfrm>
        <a:off x="2791215" y="2520065"/>
        <a:ext cx="1896746" cy="1110411"/>
      </dsp:txXfrm>
    </dsp:sp>
    <dsp:sp modelId="{B7A6BD14-01C4-4C77-9362-39826194249C}">
      <dsp:nvSpPr>
        <dsp:cNvPr id="0" name=""/>
        <dsp:cNvSpPr/>
      </dsp:nvSpPr>
      <dsp:spPr>
        <a:xfrm rot="10800000">
          <a:off x="2166918" y="2831506"/>
          <a:ext cx="416757" cy="487527"/>
        </a:xfrm>
        <a:prstGeom prst="rightArrow">
          <a:avLst>
            <a:gd name="adj1" fmla="val 60000"/>
            <a:gd name="adj2" fmla="val 50000"/>
          </a:avLst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2291945" y="2929011"/>
        <a:ext cx="291730" cy="292517"/>
      </dsp:txXfrm>
    </dsp:sp>
    <dsp:sp modelId="{2D55FB1C-6CA2-4305-9E9C-0BFD6C713EC1}">
      <dsp:nvSpPr>
        <dsp:cNvPr id="0" name=""/>
        <dsp:cNvSpPr/>
      </dsp:nvSpPr>
      <dsp:spPr>
        <a:xfrm>
          <a:off x="4496" y="2485519"/>
          <a:ext cx="1965838" cy="11795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User Interface and Reporting</a:t>
          </a:r>
        </a:p>
      </dsp:txBody>
      <dsp:txXfrm>
        <a:off x="39042" y="2520065"/>
        <a:ext cx="1896746" cy="11104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4EF9CE-C492-4032-ACE0-D78BFDB9C3D5}">
      <dsp:nvSpPr>
        <dsp:cNvPr id="0" name=""/>
        <dsp:cNvSpPr/>
      </dsp:nvSpPr>
      <dsp:spPr>
        <a:xfrm rot="5400000">
          <a:off x="5174292" y="-2095328"/>
          <a:ext cx="865162" cy="5277057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>
              <a:latin typeface="Candara" panose="020E0502030303020204" pitchFamily="34" charset="0"/>
            </a:rPr>
            <a:t>Data Augmentation &amp; Transfer Learning -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ndara" panose="020E0502030303020204" pitchFamily="34" charset="0"/>
            </a:rPr>
            <a:t>Improves model robustness, reducing misidentification</a:t>
          </a:r>
        </a:p>
      </dsp:txBody>
      <dsp:txXfrm rot="-5400000">
        <a:off x="2968345" y="152853"/>
        <a:ext cx="5234823" cy="780694"/>
      </dsp:txXfrm>
    </dsp:sp>
    <dsp:sp modelId="{D98496A1-C094-42B7-84D8-E832ED08869D}">
      <dsp:nvSpPr>
        <dsp:cNvPr id="0" name=""/>
        <dsp:cNvSpPr/>
      </dsp:nvSpPr>
      <dsp:spPr>
        <a:xfrm>
          <a:off x="0" y="2473"/>
          <a:ext cx="2968344" cy="1081452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Misidentification Due To Limited Datasets</a:t>
          </a:r>
        </a:p>
      </dsp:txBody>
      <dsp:txXfrm>
        <a:off x="52792" y="55265"/>
        <a:ext cx="2862760" cy="975868"/>
      </dsp:txXfrm>
    </dsp:sp>
    <dsp:sp modelId="{D065BF89-7EE9-46E0-9195-FF4F22D85AA0}">
      <dsp:nvSpPr>
        <dsp:cNvPr id="0" name=""/>
        <dsp:cNvSpPr/>
      </dsp:nvSpPr>
      <dsp:spPr>
        <a:xfrm rot="5400000">
          <a:off x="5174292" y="-959803"/>
          <a:ext cx="865162" cy="5277057"/>
        </a:xfrm>
        <a:prstGeom prst="round2SameRect">
          <a:avLst/>
        </a:prstGeom>
        <a:solidFill>
          <a:schemeClr val="accent5">
            <a:tint val="40000"/>
            <a:alpha val="90000"/>
            <a:hueOff val="-2685120"/>
            <a:satOff val="12063"/>
            <a:lumOff val="829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2685120"/>
              <a:satOff val="12063"/>
              <a:lumOff val="8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>
              <a:latin typeface="Candara" panose="020E0502030303020204" pitchFamily="34" charset="0"/>
            </a:rPr>
            <a:t>Reference Object + YOLO/</a:t>
          </a:r>
          <a:r>
            <a:rPr lang="en-US" sz="1600" b="1" kern="1200" dirty="0" err="1">
              <a:latin typeface="Candara" panose="020E0502030303020204" pitchFamily="34" charset="0"/>
            </a:rPr>
            <a:t>OpenCV</a:t>
          </a:r>
          <a:r>
            <a:rPr lang="en-US" sz="1600" b="1" kern="1200" dirty="0">
              <a:latin typeface="Candara" panose="020E0502030303020204" pitchFamily="34" charset="0"/>
            </a:rPr>
            <a:t> Segmentation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ndara" panose="020E0502030303020204" pitchFamily="34" charset="0"/>
            </a:rPr>
            <a:t>Provides scale and precise masks for accurate measurements</a:t>
          </a:r>
        </a:p>
      </dsp:txBody>
      <dsp:txXfrm rot="-5400000">
        <a:off x="2968345" y="1288378"/>
        <a:ext cx="5234823" cy="780694"/>
      </dsp:txXfrm>
    </dsp:sp>
    <dsp:sp modelId="{B6222ECE-4268-41B5-AA22-0D1EC1F832F5}">
      <dsp:nvSpPr>
        <dsp:cNvPr id="0" name=""/>
        <dsp:cNvSpPr/>
      </dsp:nvSpPr>
      <dsp:spPr>
        <a:xfrm>
          <a:off x="0" y="1137998"/>
          <a:ext cx="2968344" cy="1081452"/>
        </a:xfrm>
        <a:prstGeom prst="roundRect">
          <a:avLst/>
        </a:prstGeom>
        <a:solidFill>
          <a:schemeClr val="accent4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Incorrect Length &amp; Weight Estimators</a:t>
          </a:r>
        </a:p>
      </dsp:txBody>
      <dsp:txXfrm>
        <a:off x="52792" y="1190790"/>
        <a:ext cx="2862760" cy="975868"/>
      </dsp:txXfrm>
    </dsp:sp>
    <dsp:sp modelId="{E0BE7F2E-3345-4C14-AC9A-B5CB81EC6895}">
      <dsp:nvSpPr>
        <dsp:cNvPr id="0" name=""/>
        <dsp:cNvSpPr/>
      </dsp:nvSpPr>
      <dsp:spPr>
        <a:xfrm rot="5400000">
          <a:off x="5174292" y="175721"/>
          <a:ext cx="865162" cy="5277057"/>
        </a:xfrm>
        <a:prstGeom prst="round2SameRect">
          <a:avLst/>
        </a:prstGeom>
        <a:solidFill>
          <a:schemeClr val="accent5">
            <a:tint val="40000"/>
            <a:alpha val="90000"/>
            <a:hueOff val="-5370241"/>
            <a:satOff val="24126"/>
            <a:lumOff val="1658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5370241"/>
              <a:satOff val="24126"/>
              <a:lumOff val="16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 err="1">
              <a:latin typeface="Candara" panose="020E0502030303020204" pitchFamily="34" charset="0"/>
            </a:rPr>
            <a:t>TensorFlow</a:t>
          </a:r>
          <a:r>
            <a:rPr lang="en-US" sz="1600" b="1" kern="1200" dirty="0">
              <a:latin typeface="Candara" panose="020E0502030303020204" pitchFamily="34" charset="0"/>
            </a:rPr>
            <a:t> Lite + Model Quantization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ndara" panose="020E0502030303020204" pitchFamily="34" charset="0"/>
            </a:rPr>
            <a:t>Optimizes model for mobile, enabling fast and efficient runtime</a:t>
          </a:r>
        </a:p>
      </dsp:txBody>
      <dsp:txXfrm rot="-5400000">
        <a:off x="2968345" y="2423902"/>
        <a:ext cx="5234823" cy="780694"/>
      </dsp:txXfrm>
    </dsp:sp>
    <dsp:sp modelId="{F57DE92B-5109-4948-A96A-B1079B7FA8CF}">
      <dsp:nvSpPr>
        <dsp:cNvPr id="0" name=""/>
        <dsp:cNvSpPr/>
      </dsp:nvSpPr>
      <dsp:spPr>
        <a:xfrm>
          <a:off x="0" y="2273523"/>
          <a:ext cx="2968344" cy="1081452"/>
        </a:xfrm>
        <a:prstGeom prst="roundRect">
          <a:avLst/>
        </a:prstGeom>
        <a:solidFill>
          <a:schemeClr val="accent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Slow Interface &amp; High Battery Usage</a:t>
          </a:r>
        </a:p>
      </dsp:txBody>
      <dsp:txXfrm>
        <a:off x="52792" y="2326315"/>
        <a:ext cx="2862760" cy="975868"/>
      </dsp:txXfrm>
    </dsp:sp>
    <dsp:sp modelId="{6147B842-57ED-4B07-82F4-95FB73262D4F}">
      <dsp:nvSpPr>
        <dsp:cNvPr id="0" name=""/>
        <dsp:cNvSpPr/>
      </dsp:nvSpPr>
      <dsp:spPr>
        <a:xfrm rot="5400000">
          <a:off x="5174292" y="1311246"/>
          <a:ext cx="865162" cy="5277057"/>
        </a:xfrm>
        <a:prstGeom prst="round2SameRect">
          <a:avLst/>
        </a:prstGeom>
        <a:solidFill>
          <a:schemeClr val="accent5">
            <a:tint val="40000"/>
            <a:alpha val="90000"/>
            <a:hueOff val="-8055361"/>
            <a:satOff val="36190"/>
            <a:lumOff val="2488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8055361"/>
              <a:satOff val="36190"/>
              <a:lumOff val="24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>
              <a:latin typeface="Candara" panose="020E0502030303020204" pitchFamily="34" charset="0"/>
            </a:rPr>
            <a:t>YOLOv8-Tiny Multi-Object Detection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ndara" panose="020E0502030303020204" pitchFamily="34" charset="0"/>
            </a:rPr>
            <a:t>Detects multiple fish accurately, improving count and weight</a:t>
          </a:r>
        </a:p>
      </dsp:txBody>
      <dsp:txXfrm rot="-5400000">
        <a:off x="2968345" y="3559427"/>
        <a:ext cx="5234823" cy="780694"/>
      </dsp:txXfrm>
    </dsp:sp>
    <dsp:sp modelId="{DD331CCA-8560-4FD6-94E5-5B67A91AB20B}">
      <dsp:nvSpPr>
        <dsp:cNvPr id="0" name=""/>
        <dsp:cNvSpPr/>
      </dsp:nvSpPr>
      <dsp:spPr>
        <a:xfrm>
          <a:off x="0" y="3409048"/>
          <a:ext cx="2968344" cy="1081452"/>
        </a:xfrm>
        <a:prstGeom prst="roundRect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Errors with multiple /overlapping Fish</a:t>
          </a:r>
        </a:p>
      </dsp:txBody>
      <dsp:txXfrm>
        <a:off x="52792" y="3461840"/>
        <a:ext cx="2862760" cy="975868"/>
      </dsp:txXfrm>
    </dsp:sp>
    <dsp:sp modelId="{0B5A27B1-C538-463C-8D45-4C234DFCCCFA}">
      <dsp:nvSpPr>
        <dsp:cNvPr id="0" name=""/>
        <dsp:cNvSpPr/>
      </dsp:nvSpPr>
      <dsp:spPr>
        <a:xfrm rot="5400000">
          <a:off x="5174292" y="2446771"/>
          <a:ext cx="865162" cy="5277057"/>
        </a:xfrm>
        <a:prstGeom prst="round2Same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600" kern="1200" dirty="0">
            <a:latin typeface="Candara" panose="020E050203030302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>
              <a:latin typeface="Candara" panose="020E0502030303020204" pitchFamily="34" charset="0"/>
            </a:rPr>
            <a:t>Ensemble Classifiers &amp; Standardized Lighting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ndara" panose="020E0502030303020204" pitchFamily="34" charset="0"/>
            </a:rPr>
            <a:t>Combines multiple features to increase freshness prediction accuracy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600" kern="1200" dirty="0">
            <a:latin typeface="Candara" panose="020E0502030303020204" pitchFamily="34" charset="0"/>
          </a:endParaRPr>
        </a:p>
      </dsp:txBody>
      <dsp:txXfrm rot="-5400000">
        <a:off x="2968345" y="4694952"/>
        <a:ext cx="5234823" cy="780694"/>
      </dsp:txXfrm>
    </dsp:sp>
    <dsp:sp modelId="{DEF4016D-6C78-4025-A452-E50FA2E3CBE7}">
      <dsp:nvSpPr>
        <dsp:cNvPr id="0" name=""/>
        <dsp:cNvSpPr/>
      </dsp:nvSpPr>
      <dsp:spPr>
        <a:xfrm>
          <a:off x="0" y="4544574"/>
          <a:ext cx="2968344" cy="1081452"/>
        </a:xfrm>
        <a:prstGeom prst="roundRect">
          <a:avLst/>
        </a:prstGeom>
        <a:solidFill>
          <a:schemeClr val="tx1">
            <a:lumMod val="75000"/>
            <a:lumOff val="2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Inaccurate freshness/health estimation</a:t>
          </a:r>
        </a:p>
      </dsp:txBody>
      <dsp:txXfrm>
        <a:off x="52792" y="4597366"/>
        <a:ext cx="2862760" cy="9758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BDBF0A-F953-41AE-BB98-7C8BDE025545}">
      <dsp:nvSpPr>
        <dsp:cNvPr id="0" name=""/>
        <dsp:cNvSpPr/>
      </dsp:nvSpPr>
      <dsp:spPr>
        <a:xfrm>
          <a:off x="2621" y="0"/>
          <a:ext cx="2747517" cy="526073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t" anchorCtr="1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Fishermen</a:t>
          </a:r>
          <a:r>
            <a:rPr lang="en-US" sz="2300" kern="1200" dirty="0"/>
            <a:t>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 dirty="0">
              <a:solidFill>
                <a:schemeClr val="tx1"/>
              </a:solidFill>
              <a:latin typeface="Candara" panose="020E0502030303020204" pitchFamily="34" charset="0"/>
            </a:rPr>
            <a:t>Ensures accurate species , freshness, and weight for better pricing and reduced losses.</a:t>
          </a:r>
        </a:p>
      </dsp:txBody>
      <dsp:txXfrm>
        <a:off x="2621" y="2104292"/>
        <a:ext cx="2747517" cy="2104292"/>
      </dsp:txXfrm>
    </dsp:sp>
    <dsp:sp modelId="{D0EC8D28-6CF1-4EC6-9C7F-BFF7865CF1C6}">
      <dsp:nvSpPr>
        <dsp:cNvPr id="0" name=""/>
        <dsp:cNvSpPr/>
      </dsp:nvSpPr>
      <dsp:spPr>
        <a:xfrm>
          <a:off x="397285" y="255959"/>
          <a:ext cx="1751823" cy="1751823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2000" r="-62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160212-7DC4-4FEB-8BCC-DCA0CC43DFB9}">
      <dsp:nvSpPr>
        <dsp:cNvPr id="0" name=""/>
        <dsp:cNvSpPr/>
      </dsp:nvSpPr>
      <dsp:spPr>
        <a:xfrm>
          <a:off x="2873777" y="0"/>
          <a:ext cx="2747517" cy="5260731"/>
        </a:xfrm>
        <a:prstGeom prst="roundRect">
          <a:avLst>
            <a:gd name="adj" fmla="val 10000"/>
          </a:avLst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t" anchorCtr="1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Supply Chain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 dirty="0">
              <a:solidFill>
                <a:schemeClr val="tx1"/>
              </a:solidFill>
              <a:latin typeface="Candara" panose="020E0502030303020204" pitchFamily="34" charset="0"/>
            </a:rPr>
            <a:t>Improves</a:t>
          </a:r>
          <a:r>
            <a:rPr lang="en-US" sz="1800" kern="1200" dirty="0"/>
            <a:t> </a:t>
          </a:r>
          <a:r>
            <a:rPr lang="en-US" sz="2000" b="1" kern="1200" dirty="0">
              <a:solidFill>
                <a:schemeClr val="tx1"/>
              </a:solidFill>
              <a:latin typeface="Candara" panose="020E0502030303020204" pitchFamily="34" charset="0"/>
            </a:rPr>
            <a:t>traceability and compliance with quality standards for global trade.</a:t>
          </a:r>
        </a:p>
      </dsp:txBody>
      <dsp:txXfrm>
        <a:off x="2873777" y="2104292"/>
        <a:ext cx="2747517" cy="2104292"/>
      </dsp:txXfrm>
    </dsp:sp>
    <dsp:sp modelId="{AC319E00-E8AF-4170-BF68-ABB42BF6C154}">
      <dsp:nvSpPr>
        <dsp:cNvPr id="0" name=""/>
        <dsp:cNvSpPr/>
      </dsp:nvSpPr>
      <dsp:spPr>
        <a:xfrm>
          <a:off x="3330411" y="315643"/>
          <a:ext cx="1751823" cy="1751823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6000" r="-4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9A3975-575F-4836-94DC-6E380229AB53}">
      <dsp:nvSpPr>
        <dsp:cNvPr id="0" name=""/>
        <dsp:cNvSpPr/>
      </dsp:nvSpPr>
      <dsp:spPr>
        <a:xfrm>
          <a:off x="5720699" y="0"/>
          <a:ext cx="2747517" cy="5260731"/>
        </a:xfrm>
        <a:prstGeom prst="roundRect">
          <a:avLst>
            <a:gd name="adj" fmla="val 10000"/>
          </a:avLst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t" anchorCtr="1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Market/Buyers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 dirty="0">
              <a:solidFill>
                <a:schemeClr val="tx1"/>
              </a:solidFill>
              <a:latin typeface="Candara" panose="020E0502030303020204" pitchFamily="34" charset="0"/>
            </a:rPr>
            <a:t>Guarantees verified fish quality and weight, reducing disputes and ensuring consistent supply.</a:t>
          </a:r>
        </a:p>
      </dsp:txBody>
      <dsp:txXfrm>
        <a:off x="5720699" y="2104292"/>
        <a:ext cx="2747517" cy="2104292"/>
      </dsp:txXfrm>
    </dsp:sp>
    <dsp:sp modelId="{111CE0AC-270E-4AA8-83A6-911157374BBA}">
      <dsp:nvSpPr>
        <dsp:cNvPr id="0" name=""/>
        <dsp:cNvSpPr/>
      </dsp:nvSpPr>
      <dsp:spPr>
        <a:xfrm>
          <a:off x="6160354" y="315643"/>
          <a:ext cx="1751823" cy="1751823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000" r="-1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9322A5-AFBF-47CE-9940-C411B26F4060}">
      <dsp:nvSpPr>
        <dsp:cNvPr id="0" name=""/>
        <dsp:cNvSpPr/>
      </dsp:nvSpPr>
      <dsp:spPr>
        <a:xfrm>
          <a:off x="8495060" y="0"/>
          <a:ext cx="2747517" cy="5260731"/>
        </a:xfrm>
        <a:prstGeom prst="roundRect">
          <a:avLst>
            <a:gd name="adj" fmla="val 1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t" anchorCtr="1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Govt.Agencies</a:t>
          </a:r>
          <a:endParaRPr lang="en-US" sz="28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 dirty="0">
              <a:solidFill>
                <a:schemeClr val="tx1"/>
              </a:solidFill>
              <a:latin typeface="Candara" panose="020E0502030303020204" pitchFamily="34" charset="0"/>
            </a:rPr>
            <a:t>Provides geotagged, timestamped data to monitor quotas and prevent illegal fishing.</a:t>
          </a:r>
        </a:p>
      </dsp:txBody>
      <dsp:txXfrm>
        <a:off x="8495060" y="2104292"/>
        <a:ext cx="2747517" cy="2104292"/>
      </dsp:txXfrm>
    </dsp:sp>
    <dsp:sp modelId="{7F923BBE-39D1-4438-84FC-2435C54D6A32}">
      <dsp:nvSpPr>
        <dsp:cNvPr id="0" name=""/>
        <dsp:cNvSpPr/>
      </dsp:nvSpPr>
      <dsp:spPr>
        <a:xfrm>
          <a:off x="8990297" y="315643"/>
          <a:ext cx="1751823" cy="1751823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4000" b="-2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8189E0-A5C0-4B41-B548-DF778230BC06}">
      <dsp:nvSpPr>
        <dsp:cNvPr id="0" name=""/>
        <dsp:cNvSpPr/>
      </dsp:nvSpPr>
      <dsp:spPr>
        <a:xfrm flipV="1">
          <a:off x="598955" y="4902551"/>
          <a:ext cx="10343181" cy="358176"/>
        </a:xfrm>
        <a:prstGeom prst="left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11" Type="http://schemas.openxmlformats.org/officeDocument/2006/relationships/image" Target="../media/image5.png"/><Relationship Id="rId5" Type="http://schemas.openxmlformats.org/officeDocument/2006/relationships/diagramLayout" Target="../diagrams/layout2.xml"/><Relationship Id="rId15" Type="http://schemas.openxmlformats.org/officeDocument/2006/relationships/image" Target="../media/image9.png"/><Relationship Id="rId10" Type="http://schemas.openxmlformats.org/officeDocument/2006/relationships/image" Target="../media/image4.jpeg"/><Relationship Id="rId4" Type="http://schemas.openxmlformats.org/officeDocument/2006/relationships/diagramData" Target="../diagrams/data2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nfdb.gov.in/PDF/Fish%20&amp;%20Fisheries%20of%20India/1.Fish%20and%20Fisheries%20of%20India.pdf" TargetMode="External"/><Relationship Id="rId13" Type="http://schemas.openxmlformats.org/officeDocument/2006/relationships/hyperlink" Target="https://www.kaggle.com/datasets/vipullrathod/fish-market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cmfri.org.in/" TargetMode="External"/><Relationship Id="rId12" Type="http://schemas.openxmlformats.org/officeDocument/2006/relationships/hyperlink" Target="https://www.kaggle.com/datasets/markdaniellampa/fish-datase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jert.org/research/detection-of-fish-freshness-using-image-processing-IJERTCONV5IS09042.pdf" TargetMode="External"/><Relationship Id="rId11" Type="http://schemas.openxmlformats.org/officeDocument/2006/relationships/hyperlink" Target="https://www.kaggle.com/datasets/utpolkantidas/fresh-water-fish-disease-dataset" TargetMode="External"/><Relationship Id="rId5" Type="http://schemas.openxmlformats.org/officeDocument/2006/relationships/hyperlink" Target="https://www.researchgate.net/publication/355515838_WikiFish_Mobile_App_for_Fish_Species_Recognition_Using_Deep_Convolutional_Neural_Networks" TargetMode="External"/><Relationship Id="rId10" Type="http://schemas.openxmlformats.org/officeDocument/2006/relationships/hyperlink" Target="https://www.kaggle.com/code/ybifoundation/fish-weight-prediction" TargetMode="External"/><Relationship Id="rId4" Type="http://schemas.openxmlformats.org/officeDocument/2006/relationships/hyperlink" Target="https://arxiv.org/pdf/1909.02710" TargetMode="External"/><Relationship Id="rId9" Type="http://schemas.openxmlformats.org/officeDocument/2006/relationships/hyperlink" Target="https://www.kaggle.com/code/akdagmelih/multiplelinear-regression-fish-weight-estimation" TargetMode="External"/><Relationship Id="rId14" Type="http://schemas.openxmlformats.org/officeDocument/2006/relationships/hyperlink" Target="https://www.kaggle.com/code/nitinchoudhary012/fish-weight-predic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495563" y="1928909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8000" y="602264"/>
            <a:ext cx="8703601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25174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 based Android Application for Real-Time Fish Catch Identification, Health, and Volume Estimation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Technology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ID:-86439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–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TeamAqua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RoversXT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34214" y="-25542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Fish_Lens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530173" y="562377"/>
            <a:ext cx="1219199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6305" y="57097"/>
            <a:ext cx="141770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Bahnschrift Condensed" panose="020B0502040204020203" pitchFamily="34" charset="0"/>
              </a:rPr>
              <a:t>TeamAqua</a:t>
            </a:r>
            <a:endParaRPr lang="en-US" b="1" dirty="0">
              <a:latin typeface="Bahnschrift Condensed" panose="020B0502040204020203" pitchFamily="34" charset="0"/>
            </a:endParaRPr>
          </a:p>
          <a:p>
            <a:pPr algn="ctr"/>
            <a:r>
              <a:rPr lang="en-US" b="1" dirty="0" err="1">
                <a:latin typeface="Bahnschrift Condensed" panose="020B0502040204020203" pitchFamily="34" charset="0"/>
              </a:rPr>
              <a:t>RoversXT</a:t>
            </a:r>
            <a:endParaRPr lang="en-IN" b="1" dirty="0">
              <a:latin typeface="Bahnschrift Condensed" panose="020B0502040204020203" pitchFamily="34" charset="0"/>
            </a:endParaRP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976" y="7194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 rot="10800000" flipV="1">
            <a:off x="587200" y="1176951"/>
            <a:ext cx="7174652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>
                <a:solidFill>
                  <a:schemeClr val="accent6">
                    <a:lumMod val="50000"/>
                  </a:schemeClr>
                </a:solidFill>
                <a:latin typeface="Candara" panose="020E0502030303020204" pitchFamily="34" charset="0"/>
              </a:rPr>
              <a:t>AN APP THAT COULD PEROFRM 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Fish Identification –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CNN-based model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will classify fish species, helping fishermen avoid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miscatch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and unnecessary deadweight.</a:t>
            </a:r>
          </a:p>
          <a:p>
            <a:pPr defTabSz="914400" eaLnBrk="0" hangingPunct="0">
              <a:lnSpc>
                <a:spcPct val="150000"/>
              </a:lnSpc>
              <a:buFontTx/>
              <a:buChar char="•"/>
            </a:pPr>
            <a:r>
              <a:rPr lang="en-US" altLang="en-US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Health/Freshness Check – </a:t>
            </a:r>
          </a:p>
          <a:p>
            <a:pPr lvl="0" defTabSz="914400" eaLnBrk="0" hangingPunct="0">
              <a:lnSpc>
                <a:spcPct val="150000"/>
              </a:lnSpc>
            </a:pPr>
            <a:r>
              <a:rPr lang="en-US" sz="1600" dirty="0"/>
              <a:t>Analyze fish color and texture from images using image processing and a K-NN classifier to predict freshness.</a:t>
            </a:r>
          </a:p>
          <a:p>
            <a:pPr lvl="0" defTabSz="914400" eaLnBrk="0" hangingPunct="0">
              <a:lnSpc>
                <a:spcPct val="150000"/>
              </a:lnSpc>
            </a:pPr>
            <a:r>
              <a:rPr lang="en-US" altLang="en-US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Length &amp; Weight Estimation –</a:t>
            </a:r>
          </a:p>
          <a:p>
            <a:pPr defTabSz="914400" eaLnBrk="0" hangingPunct="0">
              <a:lnSpc>
                <a:spcPct val="150000"/>
              </a:lnSpc>
            </a:pPr>
            <a:r>
              <a:rPr lang="en-US" altLang="en-US" sz="1600" dirty="0"/>
              <a:t>Measure fish length/area from the image using </a:t>
            </a:r>
            <a:r>
              <a:rPr lang="en-US" altLang="en-US" sz="1600" dirty="0" err="1"/>
              <a:t>OpenCV</a:t>
            </a:r>
            <a:r>
              <a:rPr lang="en-US" altLang="en-US" sz="1600" dirty="0"/>
              <a:t>.</a:t>
            </a:r>
          </a:p>
          <a:p>
            <a:pPr defTabSz="914400" eaLnBrk="0" hangingPunct="0">
              <a:lnSpc>
                <a:spcPct val="150000"/>
              </a:lnSpc>
            </a:pPr>
            <a:r>
              <a:rPr lang="en-US" altLang="en-US" sz="1600" dirty="0"/>
              <a:t>Apply a species-specific formula to estimate weight based on the identified species.</a:t>
            </a:r>
          </a:p>
          <a:p>
            <a:pPr marL="285750" indent="-285750" defTabSz="914400" eaLnBrk="0" hangingPunct="0">
              <a:lnSpc>
                <a:spcPct val="150000"/>
              </a:lnSpc>
              <a:buFontTx/>
              <a:buChar char="•"/>
            </a:pPr>
            <a:r>
              <a:rPr lang="en-US" altLang="en-US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Offline Functionality –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With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TensorFlow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Lite + SQLite/JSON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, the app will work without internet, ensuring fishermen in remote areas can still access accurate results.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1399563183"/>
              </p:ext>
            </p:extLst>
          </p:nvPr>
        </p:nvGraphicFramePr>
        <p:xfrm>
          <a:off x="6694196" y="1789034"/>
          <a:ext cx="5863952" cy="5098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3" name="Rectangle 12"/>
          <p:cNvSpPr/>
          <p:nvPr/>
        </p:nvSpPr>
        <p:spPr>
          <a:xfrm>
            <a:off x="8361242" y="1356445"/>
            <a:ext cx="252986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 eaLnBrk="0" hangingPunct="0">
              <a:lnSpc>
                <a:spcPct val="150000"/>
              </a:lnSpc>
            </a:pPr>
            <a:r>
              <a:rPr lang="en-US" altLang="en-US" sz="3200" b="1" dirty="0">
                <a:solidFill>
                  <a:schemeClr val="accent6">
                    <a:lumMod val="50000"/>
                  </a:schemeClr>
                </a:solidFill>
                <a:latin typeface="Candara" panose="020E0502030303020204" pitchFamily="34" charset="0"/>
              </a:rPr>
              <a:t>UNIQUENESS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7980" y="57097"/>
            <a:ext cx="1712505" cy="870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6511975" y="1118145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:</a:t>
            </a:r>
            <a:endParaRPr lang="en-US" b="1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515700054"/>
              </p:ext>
            </p:extLst>
          </p:nvPr>
        </p:nvGraphicFramePr>
        <p:xfrm>
          <a:off x="1134524" y="1864138"/>
          <a:ext cx="10231352" cy="41847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3" name="Rectangle 12"/>
          <p:cNvSpPr/>
          <p:nvPr/>
        </p:nvSpPr>
        <p:spPr>
          <a:xfrm>
            <a:off x="945838" y="1779548"/>
            <a:ext cx="25980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Rockwell" panose="02060603020205020403" pitchFamily="18" charset="0"/>
              </a:rPr>
              <a:t>Phone Camera (Flutter)</a:t>
            </a:r>
          </a:p>
          <a:p>
            <a:pPr algn="ctr"/>
            <a:r>
              <a:rPr lang="en-US" sz="1200" b="1" dirty="0">
                <a:latin typeface="Rockwell" panose="02060603020205020403" pitchFamily="18" charset="0"/>
              </a:rPr>
              <a:t>Capture fish images quickly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35127" y="1834536"/>
            <a:ext cx="25809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Rockwell" panose="02060603020205020403" pitchFamily="18" charset="0"/>
              </a:rPr>
              <a:t>YOLOv8-Tiny / </a:t>
            </a:r>
            <a:r>
              <a:rPr lang="en-US" sz="1200" b="1" dirty="0" err="1">
                <a:latin typeface="Rockwell" panose="02060603020205020403" pitchFamily="18" charset="0"/>
              </a:rPr>
              <a:t>MobileNet</a:t>
            </a:r>
            <a:r>
              <a:rPr lang="en-US" sz="1200" b="1" dirty="0">
                <a:latin typeface="Rockwell" panose="02060603020205020403" pitchFamily="18" charset="0"/>
              </a:rPr>
              <a:t>-SSD </a:t>
            </a:r>
          </a:p>
          <a:p>
            <a:pPr algn="ctr"/>
            <a:r>
              <a:rPr lang="en-US" sz="1200" b="1" dirty="0">
                <a:latin typeface="Rockwell" panose="02060603020205020403" pitchFamily="18" charset="0"/>
              </a:rPr>
              <a:t>– Locate fish bounding boxes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10397" y="1755157"/>
            <a:ext cx="27831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Rockwell" panose="02060603020205020403" pitchFamily="18" charset="0"/>
              </a:rPr>
              <a:t>MobileNetV3 / </a:t>
            </a:r>
            <a:r>
              <a:rPr lang="en-US" sz="1200" b="1" dirty="0" err="1">
                <a:latin typeface="Rockwell" panose="02060603020205020403" pitchFamily="18" charset="0"/>
              </a:rPr>
              <a:t>EfficientNet</a:t>
            </a:r>
            <a:r>
              <a:rPr lang="en-US" sz="1200" b="1" dirty="0">
                <a:latin typeface="Rockwell" panose="02060603020205020403" pitchFamily="18" charset="0"/>
              </a:rPr>
              <a:t>-Lite –</a:t>
            </a:r>
          </a:p>
          <a:p>
            <a:pPr algn="ctr"/>
            <a:r>
              <a:rPr lang="en-US" sz="1200" b="1" dirty="0">
                <a:latin typeface="Rockwell" panose="02060603020205020403" pitchFamily="18" charset="0"/>
              </a:rPr>
              <a:t> Classify fish species accurately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7854" y="1772981"/>
            <a:ext cx="24531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b="1" dirty="0" err="1">
                <a:latin typeface="Rockwell" panose="02060603020205020403" pitchFamily="18" charset="0"/>
              </a:rPr>
              <a:t>OpenCV</a:t>
            </a:r>
            <a:r>
              <a:rPr lang="en-US" sz="1200" b="1" dirty="0">
                <a:latin typeface="Rockwell" panose="02060603020205020403" pitchFamily="18" charset="0"/>
              </a:rPr>
              <a:t> + K-NN Classifier – </a:t>
            </a:r>
          </a:p>
          <a:p>
            <a:pPr algn="ctr"/>
            <a:r>
              <a:rPr lang="en-US" sz="1200" b="1" dirty="0">
                <a:latin typeface="Rockwell" panose="02060603020205020403" pitchFamily="18" charset="0"/>
              </a:rPr>
              <a:t>Predict fish freshness reliably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5838" y="5787231"/>
            <a:ext cx="24186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b="1" dirty="0" err="1">
                <a:latin typeface="Rockwell" panose="02060603020205020403" pitchFamily="18" charset="0"/>
              </a:rPr>
              <a:t>OpenCV</a:t>
            </a:r>
            <a:r>
              <a:rPr lang="en-US" sz="1200" b="1" dirty="0">
                <a:latin typeface="Rockwell" panose="02060603020205020403" pitchFamily="18" charset="0"/>
              </a:rPr>
              <a:t> + Species Formula – </a:t>
            </a:r>
          </a:p>
          <a:p>
            <a:pPr algn="ctr"/>
            <a:r>
              <a:rPr lang="en-US" sz="1200" b="1" dirty="0">
                <a:latin typeface="Rockwell" panose="02060603020205020403" pitchFamily="18" charset="0"/>
              </a:rPr>
              <a:t>Measure and estimate weight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9403" y="5548455"/>
            <a:ext cx="25521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Rockwell" panose="02060603020205020403" pitchFamily="18" charset="0"/>
              </a:rPr>
              <a:t>Mobile App Logic – </a:t>
            </a:r>
          </a:p>
          <a:p>
            <a:pPr algn="ctr"/>
            <a:r>
              <a:rPr lang="en-US" sz="1200" b="1" dirty="0">
                <a:latin typeface="Rockwell" panose="02060603020205020403" pitchFamily="18" charset="0"/>
              </a:rPr>
              <a:t>Summarize counts and scores</a:t>
            </a:r>
          </a:p>
          <a:p>
            <a:pPr algn="ctr"/>
            <a:r>
              <a:rPr lang="en-US" sz="1200" b="1" dirty="0">
                <a:latin typeface="Rockwell" panose="02060603020205020403" pitchFamily="18" charset="0"/>
              </a:rPr>
              <a:t>Tensor Flow Lite for offline functioning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79792" y="5695576"/>
            <a:ext cx="22862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b="1" dirty="0">
                <a:latin typeface="Rockwell" panose="02060603020205020403" pitchFamily="18" charset="0"/>
              </a:rPr>
              <a:t>SQLite / JSON + GPS APIs – </a:t>
            </a:r>
          </a:p>
          <a:p>
            <a:pPr algn="ctr"/>
            <a:r>
              <a:rPr lang="en-US" sz="1200" b="1" dirty="0">
                <a:latin typeface="Rockwell" panose="02060603020205020403" pitchFamily="18" charset="0"/>
              </a:rPr>
              <a:t>Save results with location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08903" y="5617822"/>
            <a:ext cx="18728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b="1" dirty="0">
                <a:latin typeface="Rockwell" panose="02060603020205020403" pitchFamily="18" charset="0"/>
              </a:rPr>
              <a:t>Flutter– </a:t>
            </a:r>
          </a:p>
          <a:p>
            <a:pPr algn="ctr"/>
            <a:r>
              <a:rPr lang="en-US" sz="1200" b="1" dirty="0">
                <a:latin typeface="Rockwell" panose="02060603020205020403" pitchFamily="18" charset="0"/>
              </a:rPr>
              <a:t>Display results to user</a:t>
            </a:r>
          </a:p>
        </p:txBody>
      </p:sp>
      <p:pic>
        <p:nvPicPr>
          <p:cNvPr id="4098" name="Picture 2" descr="GitHub - flutter/flutter: Flutter makes it easy and fast to build beautiful  apps for mobile and beyond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154" y="1222961"/>
            <a:ext cx="1517977" cy="441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GitHub - flutter/flutter: Flutter makes it easy and fast to build beautiful  apps for mobile and beyond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1738" y="6149045"/>
            <a:ext cx="1492873" cy="433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Yolo V8: A Deep Dive Into Its Advanced Functions and New ...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19" t="28727" r="15681" b="27887"/>
          <a:stretch/>
        </p:blipFill>
        <p:spPr bwMode="auto">
          <a:xfrm>
            <a:off x="4043200" y="1218509"/>
            <a:ext cx="1463078" cy="510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pp.py · onnx/EfficientNet-Lite4 at main"/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1" t="28843" r="13234" b="29534"/>
          <a:stretch/>
        </p:blipFill>
        <p:spPr bwMode="auto">
          <a:xfrm>
            <a:off x="6511975" y="1095375"/>
            <a:ext cx="2168957" cy="634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File:OpenCV Logo with text svg version.svg - Wikipedia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232" y="1068392"/>
            <a:ext cx="568306" cy="700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KNN Classifier | Machine Learning Algorithm - 360DigiTM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4638" y="1132492"/>
            <a:ext cx="1070673" cy="560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8" descr="File:OpenCV Logo with text svg version.svg - Wikipedia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2168" y="6248896"/>
            <a:ext cx="442699" cy="545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File:SQLite370.svg - Wikimedia Commons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780" y="6247147"/>
            <a:ext cx="942133" cy="445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Google Maps Api Development Company In Bangalore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97" y="6048841"/>
            <a:ext cx="1772224" cy="770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2" name="Picture 16" descr="Tensorflow - Architecture, Working and Components"/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59"/>
          <a:stretch/>
        </p:blipFill>
        <p:spPr bwMode="auto">
          <a:xfrm>
            <a:off x="3865269" y="6355356"/>
            <a:ext cx="2074062" cy="565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Oval 2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6305" y="57097"/>
            <a:ext cx="141770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Bahnschrift Condensed" panose="020B0502040204020203" pitchFamily="34" charset="0"/>
              </a:rPr>
              <a:t>TeamAqua</a:t>
            </a:r>
            <a:endParaRPr lang="en-US" b="1" dirty="0">
              <a:latin typeface="Bahnschrift Condensed" panose="020B0502040204020203" pitchFamily="34" charset="0"/>
            </a:endParaRPr>
          </a:p>
          <a:p>
            <a:pPr algn="ctr"/>
            <a:r>
              <a:rPr lang="en-US" b="1" dirty="0" err="1">
                <a:latin typeface="Bahnschrift Condensed" panose="020B0502040204020203" pitchFamily="34" charset="0"/>
              </a:rPr>
              <a:t>RoversXT</a:t>
            </a:r>
            <a:endParaRPr lang="en-IN" b="1" dirty="0">
              <a:latin typeface="Bahnschrift Condensed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97732" y="-215458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599" y="6334417"/>
            <a:ext cx="2904041" cy="387061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199" y="6334417"/>
            <a:ext cx="3270721" cy="387061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799773930"/>
              </p:ext>
            </p:extLst>
          </p:nvPr>
        </p:nvGraphicFramePr>
        <p:xfrm>
          <a:off x="3805084" y="1200098"/>
          <a:ext cx="8245402" cy="5628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1" name="Title 1"/>
          <p:cNvSpPr txBox="1">
            <a:spLocks/>
          </p:cNvSpPr>
          <p:nvPr/>
        </p:nvSpPr>
        <p:spPr bwMode="auto">
          <a:xfrm>
            <a:off x="4354966" y="36322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algn="l" eaLnBrk="1" hangingPunct="1"/>
            <a:r>
              <a:rPr lang="en-US" sz="2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CHALLENGES         AND      SOLUTIONS</a:t>
            </a:r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 rot="10800000" flipV="1">
            <a:off x="263397" y="1966279"/>
            <a:ext cx="335237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Tech: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CNNs, YOLO,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Lite, and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run on mobile.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hangingPunct="0">
              <a:buFontTx/>
              <a:buChar char="•"/>
            </a:pPr>
            <a:r>
              <a:rPr lang="en-US" alt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Lite + SQLite/JSON enables offline predictions and storage.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defTabSz="914400" eaLnBrk="0" latinLnBrk="0" hangingPunct="0">
              <a:lnSpc>
                <a:spcPct val="100000"/>
              </a:lnSpc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Integration: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Species ID, freshness, weight, and geotagging combined in one app.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defTabSz="914400" eaLnBrk="0" hangingPunct="0">
              <a:buFontTx/>
              <a:buChar char="•"/>
            </a:pPr>
            <a:r>
              <a:rPr lang="en-US" alt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smartphones have enough CPU/GPU for lightweight models.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6603" y="1434920"/>
            <a:ext cx="16722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  <a:endParaRPr lang="en-US" dirty="0"/>
          </a:p>
        </p:txBody>
      </p:sp>
      <p:sp>
        <p:nvSpPr>
          <p:cNvPr id="13" name="Oval 12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6305" y="57097"/>
            <a:ext cx="141770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Bahnschrift Condensed" panose="020B0502040204020203" pitchFamily="34" charset="0"/>
              </a:rPr>
              <a:t>TeamAqua</a:t>
            </a:r>
            <a:endParaRPr lang="en-US" b="1" dirty="0">
              <a:latin typeface="Bahnschrift Condensed" panose="020B0502040204020203" pitchFamily="34" charset="0"/>
            </a:endParaRPr>
          </a:p>
          <a:p>
            <a:pPr algn="ctr"/>
            <a:r>
              <a:rPr lang="en-US" b="1" dirty="0" err="1">
                <a:latin typeface="Bahnschrift Condensed" panose="020B0502040204020203" pitchFamily="34" charset="0"/>
              </a:rPr>
              <a:t>RoversXT</a:t>
            </a:r>
            <a:endParaRPr lang="en-IN" b="1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338576" y="129518"/>
            <a:ext cx="73914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 AND 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2886" y="6982125"/>
            <a:ext cx="2844800" cy="327689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773486" y="6982125"/>
            <a:ext cx="3204000" cy="327689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5286" y="218220"/>
            <a:ext cx="1579131" cy="802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752378578"/>
              </p:ext>
            </p:extLst>
          </p:nvPr>
        </p:nvGraphicFramePr>
        <p:xfrm>
          <a:off x="572742" y="1422143"/>
          <a:ext cx="11242589" cy="52607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6305" y="57097"/>
            <a:ext cx="141770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Bahnschrift Condensed" panose="020B0502040204020203" pitchFamily="34" charset="0"/>
              </a:rPr>
              <a:t>TeamAqua</a:t>
            </a:r>
            <a:endParaRPr lang="en-US" b="1" dirty="0">
              <a:latin typeface="Bahnschrift Condensed" panose="020B0502040204020203" pitchFamily="34" charset="0"/>
            </a:endParaRPr>
          </a:p>
          <a:p>
            <a:pPr algn="ctr"/>
            <a:r>
              <a:rPr lang="en-US" b="1" dirty="0" err="1">
                <a:latin typeface="Bahnschrift Condensed" panose="020B0502040204020203" pitchFamily="34" charset="0"/>
              </a:rPr>
              <a:t>RoversXT</a:t>
            </a:r>
            <a:endParaRPr lang="en-IN" b="1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8"/>
          <p:cNvSpPr txBox="1">
            <a:spLocks noChangeArrowheads="1"/>
          </p:cNvSpPr>
          <p:nvPr/>
        </p:nvSpPr>
        <p:spPr bwMode="auto">
          <a:xfrm>
            <a:off x="774700" y="1693252"/>
            <a:ext cx="9385300" cy="4955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algn="just" eaLnBrk="1" latinLnBrk="0" hangingPunct="1">
              <a:lnSpc>
                <a:spcPct val="100000"/>
              </a:lnSpc>
              <a:buClrTx/>
              <a:buSzTx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Bahnschrift" panose="020B0502040204020203" pitchFamily="34" charset="0"/>
                <a:cs typeface="Arial" pitchFamily="34" charset="0"/>
              </a:rPr>
              <a:t>Research papers: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Bahnschrift" panose="020B0502040204020203" pitchFamily="34" charset="0"/>
                <a:cs typeface="Arial" pitchFamily="34" charset="0"/>
                <a:hlinkClick r:id="rId4"/>
              </a:rPr>
              <a:t>https://arxiv.org/pdf/1909.02710</a:t>
            </a:r>
            <a:endParaRPr lang="en-US" sz="1600" dirty="0">
              <a:solidFill>
                <a:prstClr val="black"/>
              </a:solidFill>
              <a:latin typeface="Bahnschrift" panose="020B0502040204020203" pitchFamily="34" charset="0"/>
              <a:cs typeface="Arial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Bahnschrift" panose="020B0502040204020203" pitchFamily="34" charset="0"/>
                <a:cs typeface="Arial" pitchFamily="34" charset="0"/>
                <a:hlinkClick r:id="rId5"/>
              </a:rPr>
              <a:t>https://www.researchgate.net/publication/355515838_WikiFish_Mobile_App_for_Fish_Species_Recognition_Using_Deep_Convolutional_Neural_Networks</a:t>
            </a:r>
            <a:endParaRPr lang="en-US" sz="1600" dirty="0">
              <a:solidFill>
                <a:prstClr val="black"/>
              </a:solidFill>
              <a:latin typeface="Bahnschrift" panose="020B0502040204020203" pitchFamily="34" charset="0"/>
              <a:cs typeface="Arial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Bahnschrift" panose="020B0502040204020203" pitchFamily="34" charset="0"/>
                <a:cs typeface="Arial" pitchFamily="34" charset="0"/>
                <a:hlinkClick r:id="rId6"/>
              </a:rPr>
              <a:t>https://www.ijert.org/research/detection-of-fish-freshness-using-image-processing-IJERTCONV5IS09042.pdf</a:t>
            </a:r>
            <a:endParaRPr lang="en-US" sz="1600" dirty="0">
              <a:solidFill>
                <a:prstClr val="black"/>
              </a:solidFill>
              <a:latin typeface="Bahnschrift" panose="020B0502040204020203" pitchFamily="34" charset="0"/>
              <a:cs typeface="Arial" pitchFamily="34" charset="0"/>
            </a:endParaRPr>
          </a:p>
          <a:p>
            <a:pPr lvl="0" algn="just">
              <a:defRPr/>
            </a:pPr>
            <a:r>
              <a:rPr lang="en-US" sz="1600" dirty="0">
                <a:solidFill>
                  <a:prstClr val="black"/>
                </a:solidFill>
                <a:latin typeface="Bahnschrift" panose="020B0502040204020203" pitchFamily="34" charset="0"/>
                <a:cs typeface="Arial" pitchFamily="34" charset="0"/>
              </a:rPr>
              <a:t>Websites: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Bahnschrift" panose="020B0502040204020203" pitchFamily="34" charset="0"/>
                <a:cs typeface="Arial" pitchFamily="34" charset="0"/>
                <a:hlinkClick r:id="rId7"/>
              </a:rPr>
              <a:t>https://www.cmfri.org.in/</a:t>
            </a:r>
            <a:endParaRPr lang="en-US" sz="1600" dirty="0">
              <a:solidFill>
                <a:prstClr val="black"/>
              </a:solidFill>
              <a:latin typeface="Bahnschrift" panose="020B0502040204020203" pitchFamily="34" charset="0"/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Bahnschrift" panose="020B0502040204020203" pitchFamily="34" charset="0"/>
                <a:cs typeface="Arial" pitchFamily="34" charset="0"/>
                <a:hlinkClick r:id="rId8"/>
              </a:rPr>
              <a:t>https://nfdb.gov.in/PDF/Fish%20&amp;%20Fisheries%20of%20India/1.Fish%20and%20Fisheries%20of%20India.pdf</a:t>
            </a:r>
            <a:endParaRPr lang="en-US" sz="1600" dirty="0">
              <a:solidFill>
                <a:prstClr val="black"/>
              </a:solidFill>
              <a:latin typeface="Bahnschrift" panose="020B0502040204020203" pitchFamily="34" charset="0"/>
              <a:cs typeface="Arial" pitchFamily="34" charset="0"/>
            </a:endParaRPr>
          </a:p>
          <a:p>
            <a:pPr algn="just">
              <a:defRPr/>
            </a:pPr>
            <a:r>
              <a:rPr lang="en-US" sz="1600" dirty="0">
                <a:solidFill>
                  <a:prstClr val="black"/>
                </a:solidFill>
                <a:latin typeface="Bahnschrift" panose="020B0502040204020203" pitchFamily="34" charset="0"/>
                <a:cs typeface="Arial" pitchFamily="34" charset="0"/>
              </a:rPr>
              <a:t>Dataset sources: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Bahnschrift" panose="020B0502040204020203" pitchFamily="34" charset="0"/>
                <a:cs typeface="Arial" pitchFamily="34" charset="0"/>
                <a:hlinkClick r:id="rId9"/>
              </a:rPr>
              <a:t>https://www.kaggle.com/code/akdagmelih/multiplelinear-regression-fish-weight-estimation</a:t>
            </a:r>
            <a:endParaRPr lang="en-US" sz="1600" dirty="0">
              <a:solidFill>
                <a:prstClr val="black"/>
              </a:solidFill>
              <a:latin typeface="Bahnschrift" panose="020B0502040204020203" pitchFamily="34" charset="0"/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Bahnschrift" panose="020B0502040204020203" pitchFamily="34" charset="0"/>
                <a:cs typeface="Arial" pitchFamily="34" charset="0"/>
                <a:hlinkClick r:id="rId10"/>
              </a:rPr>
              <a:t>https://www.kaggle.com/code/ybifoundation/fish-weight-prediction</a:t>
            </a:r>
            <a:endParaRPr lang="en-US" sz="1600" dirty="0">
              <a:solidFill>
                <a:prstClr val="black"/>
              </a:solidFill>
              <a:latin typeface="Bahnschrift" panose="020B0502040204020203" pitchFamily="34" charset="0"/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Bahnschrift" panose="020B0502040204020203" pitchFamily="34" charset="0"/>
                <a:cs typeface="Arial" pitchFamily="34" charset="0"/>
                <a:hlinkClick r:id="rId11"/>
              </a:rPr>
              <a:t>https://www.kaggle.com/datasets/utpolkantidas/fresh-water-fish-disease-dataset</a:t>
            </a:r>
            <a:endParaRPr lang="en-US" sz="1600" dirty="0">
              <a:solidFill>
                <a:prstClr val="black"/>
              </a:solidFill>
              <a:latin typeface="Bahnschrift" panose="020B0502040204020203" pitchFamily="34" charset="0"/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Bahnschrift" panose="020B0502040204020203" pitchFamily="34" charset="0"/>
                <a:cs typeface="Arial" pitchFamily="34" charset="0"/>
                <a:hlinkClick r:id="rId12"/>
              </a:rPr>
              <a:t>https://www.kaggle.com/datasets/markdaniellampa/fish-dataset</a:t>
            </a:r>
            <a:endParaRPr lang="en-US" sz="1600" dirty="0">
              <a:solidFill>
                <a:prstClr val="black"/>
              </a:solidFill>
              <a:latin typeface="Bahnschrift" panose="020B0502040204020203" pitchFamily="34" charset="0"/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Bahnschrift" panose="020B0502040204020203" pitchFamily="34" charset="0"/>
                <a:cs typeface="Arial" pitchFamily="34" charset="0"/>
                <a:hlinkClick r:id="rId13"/>
              </a:rPr>
              <a:t>https://www.kaggle.com/datasets/vipullrathod/fish-market</a:t>
            </a:r>
            <a:endParaRPr lang="en-US" sz="1600" dirty="0">
              <a:solidFill>
                <a:prstClr val="black"/>
              </a:solidFill>
              <a:latin typeface="Bahnschrift" panose="020B0502040204020203" pitchFamily="34" charset="0"/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Bahnschrift" panose="020B0502040204020203" pitchFamily="34" charset="0"/>
                <a:cs typeface="Arial" pitchFamily="34" charset="0"/>
                <a:hlinkClick r:id="rId14"/>
              </a:rPr>
              <a:t>https://www.kaggle.com/code/nitinchoudhary012/fish-weight-prediction</a:t>
            </a:r>
            <a:endParaRPr lang="en-US" sz="1600" dirty="0">
              <a:solidFill>
                <a:prstClr val="black"/>
              </a:solidFill>
              <a:latin typeface="Bahnschrift" panose="020B0502040204020203" pitchFamily="34" charset="0"/>
              <a:cs typeface="Arial" pitchFamily="34" charset="0"/>
            </a:endParaRPr>
          </a:p>
          <a:p>
            <a:pPr algn="just">
              <a:defRPr/>
            </a:pPr>
            <a:endParaRPr lang="en-US" sz="1600" dirty="0">
              <a:solidFill>
                <a:prstClr val="black"/>
              </a:solidFill>
              <a:latin typeface="Bahnschrift" panose="020B0502040204020203" pitchFamily="34" charset="0"/>
              <a:cs typeface="Arial" pitchFamily="34" charset="0"/>
            </a:endParaRPr>
          </a:p>
          <a:p>
            <a:pPr lvl="0" algn="just"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cs typeface="Arial" pitchFamily="34" charset="0"/>
            </a:endParaRPr>
          </a:p>
        </p:txBody>
      </p:sp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6305" y="57097"/>
            <a:ext cx="141770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Bahnschrift Condensed" panose="020B0502040204020203" pitchFamily="34" charset="0"/>
              </a:rPr>
              <a:t>TeamAqua</a:t>
            </a:r>
            <a:endParaRPr lang="en-US" b="1" dirty="0">
              <a:latin typeface="Bahnschrift Condensed" panose="020B0502040204020203" pitchFamily="34" charset="0"/>
            </a:endParaRPr>
          </a:p>
          <a:p>
            <a:pPr algn="ctr"/>
            <a:r>
              <a:rPr lang="en-US" b="1" dirty="0" err="1">
                <a:latin typeface="Bahnschrift Condensed" panose="020B0502040204020203" pitchFamily="34" charset="0"/>
              </a:rPr>
              <a:t>RoversXT</a:t>
            </a:r>
            <a:endParaRPr lang="en-IN" b="1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7804</TotalTime>
  <Words>740</Words>
  <Application>Microsoft Office PowerPoint</Application>
  <PresentationFormat>Widescreen</PresentationFormat>
  <Paragraphs>138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ＭＳ Ｐゴシック</vt:lpstr>
      <vt:lpstr>Arial</vt:lpstr>
      <vt:lpstr>Bahnschrift</vt:lpstr>
      <vt:lpstr>Bahnschrift Condensed</vt:lpstr>
      <vt:lpstr>Calibri</vt:lpstr>
      <vt:lpstr>Candara</vt:lpstr>
      <vt:lpstr>Garamond</vt:lpstr>
      <vt:lpstr>Rockwell</vt:lpstr>
      <vt:lpstr>Times New Roman</vt:lpstr>
      <vt:lpstr>TradeGothic</vt:lpstr>
      <vt:lpstr>Wingdings</vt:lpstr>
      <vt:lpstr>Office Theme</vt:lpstr>
      <vt:lpstr>SMART INDIA HACKATHON 2025</vt:lpstr>
      <vt:lpstr>Fish_Lens</vt:lpstr>
      <vt:lpstr>TECHNICAL APPROACH</vt:lpstr>
      <vt:lpstr>FEASIBILITY AND VIABILITY</vt:lpstr>
      <vt:lpstr>IMPACT  AND 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C R V P T ✨</cp:lastModifiedBy>
  <cp:revision>179</cp:revision>
  <dcterms:created xsi:type="dcterms:W3CDTF">2013-12-12T18:46:50Z</dcterms:created>
  <dcterms:modified xsi:type="dcterms:W3CDTF">2025-10-15T07:37:38Z</dcterms:modified>
  <cp:category/>
</cp:coreProperties>
</file>